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4"/>
    <p:sldMasterId id="2147483976" r:id="rId5"/>
  </p:sldMasterIdLst>
  <p:notesMasterIdLst>
    <p:notesMasterId r:id="rId25"/>
  </p:notesMasterIdLst>
  <p:handoutMasterIdLst>
    <p:handoutMasterId r:id="rId26"/>
  </p:handoutMasterIdLst>
  <p:sldIdLst>
    <p:sldId id="256" r:id="rId6"/>
    <p:sldId id="2573" r:id="rId7"/>
    <p:sldId id="2596" r:id="rId8"/>
    <p:sldId id="2599" r:id="rId9"/>
    <p:sldId id="2611" r:id="rId10"/>
    <p:sldId id="2598" r:id="rId11"/>
    <p:sldId id="2576" r:id="rId12"/>
    <p:sldId id="2577" r:id="rId13"/>
    <p:sldId id="2602" r:id="rId14"/>
    <p:sldId id="2607" r:id="rId15"/>
    <p:sldId id="2600" r:id="rId16"/>
    <p:sldId id="2601" r:id="rId17"/>
    <p:sldId id="2610" r:id="rId18"/>
    <p:sldId id="2608" r:id="rId19"/>
    <p:sldId id="2572" r:id="rId20"/>
    <p:sldId id="2606" r:id="rId21"/>
    <p:sldId id="670" r:id="rId22"/>
    <p:sldId id="2605" r:id="rId23"/>
    <p:sldId id="2591" r:id="rId24"/>
  </p:sldIdLst>
  <p:sldSz cx="9144000" cy="5143500" type="screen16x9"/>
  <p:notesSz cx="9144000" cy="6858000"/>
  <p:embeddedFontLst>
    <p:embeddedFont>
      <p:font typeface="Georgia" panose="02040502050405020303" pitchFamily="18" charset="0"/>
      <p:regular r:id="rId27"/>
      <p:bold r:id="rId28"/>
      <p:italic r:id="rId29"/>
      <p:boldItalic r:id="rId30"/>
    </p:embeddedFont>
    <p:embeddedFont>
      <p:font typeface="MS PGothic" panose="020B0600070205080204" pitchFamily="34" charset="-128"/>
      <p:regular r:id="rId31"/>
    </p:embeddedFont>
    <p:embeddedFont>
      <p:font typeface="Tahoma" panose="020B0604030504040204" pitchFamily="34" charset="0"/>
      <p:regular r:id="rId32"/>
      <p:bold r:id="rId33"/>
    </p:embeddedFont>
  </p:embeddedFont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orient="horz" pos="320" userDrawn="1">
          <p15:clr>
            <a:srgbClr val="A4A3A4"/>
          </p15:clr>
        </p15:guide>
        <p15:guide id="3" orient="horz" pos="737" userDrawn="1">
          <p15:clr>
            <a:srgbClr val="A4A3A4"/>
          </p15:clr>
        </p15:guide>
        <p15:guide id="4" orient="horz" pos="2879" userDrawn="1">
          <p15:clr>
            <a:srgbClr val="A4A3A4"/>
          </p15:clr>
        </p15:guide>
        <p15:guide id="5" pos="2880" userDrawn="1">
          <p15:clr>
            <a:srgbClr val="A4A3A4"/>
          </p15:clr>
        </p15:guide>
        <p15:guide id="6" pos="562" userDrawn="1">
          <p15:clr>
            <a:srgbClr val="A4A3A4"/>
          </p15:clr>
        </p15:guide>
        <p15:guide id="7" pos="5103" userDrawn="1">
          <p15:clr>
            <a:srgbClr val="A4A3A4"/>
          </p15:clr>
        </p15:guide>
        <p15:guide id="8" pos="2562" userDrawn="1">
          <p15:clr>
            <a:srgbClr val="A4A3A4"/>
          </p15:clr>
        </p15:guide>
        <p15:guide id="9" pos="269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FFFF"/>
    <a:srgbClr val="16818D"/>
    <a:srgbClr val="1A9DAC"/>
    <a:srgbClr val="598752"/>
    <a:srgbClr val="6DA463"/>
    <a:srgbClr val="A65C45"/>
    <a:srgbClr val="CC7054"/>
    <a:srgbClr val="D6A700"/>
    <a:srgbClr val="958CB2"/>
    <a:srgbClr val="7FB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16CF4-C12C-4D89-B6E1-8B2F058E01E5}" v="42" dt="2026-03-19T17:59:01.176"/>
    <p1510:client id="{BD46BFE4-AEBC-42CB-9EF3-FB01BFA81E6C}" v="7" dt="2026-03-19T15:05:15.6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4" autoAdjust="0"/>
    <p:restoredTop sz="94660"/>
  </p:normalViewPr>
  <p:slideViewPr>
    <p:cSldViewPr snapToGrid="0">
      <p:cViewPr varScale="1">
        <p:scale>
          <a:sx n="93" d="100"/>
          <a:sy n="93" d="100"/>
        </p:scale>
        <p:origin x="428" y="56"/>
      </p:cViewPr>
      <p:guideLst>
        <p:guide orient="horz" pos="1620"/>
        <p:guide orient="horz" pos="320"/>
        <p:guide orient="horz" pos="737"/>
        <p:guide orient="horz" pos="2879"/>
        <p:guide pos="2880"/>
        <p:guide pos="562"/>
        <p:guide pos="5103"/>
        <p:guide pos="2562"/>
        <p:guide pos="2699"/>
      </p:guideLst>
    </p:cSldViewPr>
  </p:slideViewPr>
  <p:notesTextViewPr>
    <p:cViewPr>
      <p:scale>
        <a:sx n="1" d="1"/>
        <a:sy n="1" d="1"/>
      </p:scale>
      <p:origin x="0" y="0"/>
    </p:cViewPr>
  </p:notesTextViewPr>
  <p:sorterViewPr>
    <p:cViewPr>
      <p:scale>
        <a:sx n="100" d="100"/>
        <a:sy n="100" d="100"/>
      </p:scale>
      <p:origin x="0" y="-5884"/>
    </p:cViewPr>
  </p:sorterViewPr>
  <p:notesViewPr>
    <p:cSldViewPr snapToGrid="0">
      <p:cViewPr varScale="1">
        <p:scale>
          <a:sx n="75" d="100"/>
          <a:sy n="75" d="100"/>
        </p:scale>
        <p:origin x="162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Grieve" userId="b0f7fee3-167f-4f47-b69c-0e83d001e27f" providerId="ADAL" clId="{4D0B5073-DD86-4F67-84E5-806929CDE867}"/>
    <pc:docChg chg="undo custSel addSld modSld sldOrd">
      <pc:chgData name="Rob Grieve" userId="b0f7fee3-167f-4f47-b69c-0e83d001e27f" providerId="ADAL" clId="{4D0B5073-DD86-4F67-84E5-806929CDE867}" dt="2026-03-19T18:07:18.382" v="481" actId="14100"/>
      <pc:docMkLst>
        <pc:docMk/>
      </pc:docMkLst>
      <pc:sldChg chg="modSp mod">
        <pc:chgData name="Rob Grieve" userId="b0f7fee3-167f-4f47-b69c-0e83d001e27f" providerId="ADAL" clId="{4D0B5073-DD86-4F67-84E5-806929CDE867}" dt="2026-03-19T17:41:39.111" v="295" actId="1076"/>
        <pc:sldMkLst>
          <pc:docMk/>
          <pc:sldMk cId="4235782695" sldId="2572"/>
        </pc:sldMkLst>
        <pc:spChg chg="mod">
          <ac:chgData name="Rob Grieve" userId="b0f7fee3-167f-4f47-b69c-0e83d001e27f" providerId="ADAL" clId="{4D0B5073-DD86-4F67-84E5-806929CDE867}" dt="2026-03-19T17:41:34.196" v="294" actId="1076"/>
          <ac:spMkLst>
            <pc:docMk/>
            <pc:sldMk cId="4235782695" sldId="2572"/>
            <ac:spMk id="4" creationId="{C4D7242F-E894-CFBA-CE15-59E7D4448F43}"/>
          </ac:spMkLst>
        </pc:spChg>
        <pc:spChg chg="mod">
          <ac:chgData name="Rob Grieve" userId="b0f7fee3-167f-4f47-b69c-0e83d001e27f" providerId="ADAL" clId="{4D0B5073-DD86-4F67-84E5-806929CDE867}" dt="2026-03-19T17:41:39.111" v="295" actId="1076"/>
          <ac:spMkLst>
            <pc:docMk/>
            <pc:sldMk cId="4235782695" sldId="2572"/>
            <ac:spMk id="5" creationId="{C40BAB4A-E3ED-EB10-7415-BE8E39527C76}"/>
          </ac:spMkLst>
        </pc:spChg>
      </pc:sldChg>
      <pc:sldChg chg="addSp modSp mod">
        <pc:chgData name="Rob Grieve" userId="b0f7fee3-167f-4f47-b69c-0e83d001e27f" providerId="ADAL" clId="{4D0B5073-DD86-4F67-84E5-806929CDE867}" dt="2026-03-19T17:22:50.495" v="226" actId="14100"/>
        <pc:sldMkLst>
          <pc:docMk/>
          <pc:sldMk cId="536484947" sldId="2576"/>
        </pc:sldMkLst>
        <pc:spChg chg="mod">
          <ac:chgData name="Rob Grieve" userId="b0f7fee3-167f-4f47-b69c-0e83d001e27f" providerId="ADAL" clId="{4D0B5073-DD86-4F67-84E5-806929CDE867}" dt="2026-03-19T17:16:06.406" v="148" actId="14100"/>
          <ac:spMkLst>
            <pc:docMk/>
            <pc:sldMk cId="536484947" sldId="2576"/>
            <ac:spMk id="2" creationId="{731EA044-D557-A2FE-9B1D-6CD0939DA78D}"/>
          </ac:spMkLst>
        </pc:spChg>
        <pc:spChg chg="mod">
          <ac:chgData name="Rob Grieve" userId="b0f7fee3-167f-4f47-b69c-0e83d001e27f" providerId="ADAL" clId="{4D0B5073-DD86-4F67-84E5-806929CDE867}" dt="2026-03-19T17:17:09.179" v="152" actId="20577"/>
          <ac:spMkLst>
            <pc:docMk/>
            <pc:sldMk cId="536484947" sldId="2576"/>
            <ac:spMk id="6" creationId="{E8660932-E64D-2F18-AEFC-E35D589BD613}"/>
          </ac:spMkLst>
        </pc:spChg>
        <pc:picChg chg="add mod">
          <ac:chgData name="Rob Grieve" userId="b0f7fee3-167f-4f47-b69c-0e83d001e27f" providerId="ADAL" clId="{4D0B5073-DD86-4F67-84E5-806929CDE867}" dt="2026-03-19T17:22:50.495" v="226" actId="14100"/>
          <ac:picMkLst>
            <pc:docMk/>
            <pc:sldMk cId="536484947" sldId="2576"/>
            <ac:picMk id="4" creationId="{EA1C7FEC-1503-C853-EB54-3F992BDB2574}"/>
          </ac:picMkLst>
        </pc:picChg>
      </pc:sldChg>
      <pc:sldChg chg="addSp modSp mod">
        <pc:chgData name="Rob Grieve" userId="b0f7fee3-167f-4f47-b69c-0e83d001e27f" providerId="ADAL" clId="{4D0B5073-DD86-4F67-84E5-806929CDE867}" dt="2026-03-19T17:49:48.669" v="369" actId="113"/>
        <pc:sldMkLst>
          <pc:docMk/>
          <pc:sldMk cId="2758040358" sldId="2577"/>
        </pc:sldMkLst>
        <pc:spChg chg="mod">
          <ac:chgData name="Rob Grieve" userId="b0f7fee3-167f-4f47-b69c-0e83d001e27f" providerId="ADAL" clId="{4D0B5073-DD86-4F67-84E5-806929CDE867}" dt="2026-03-19T17:37:53.159" v="287" actId="14100"/>
          <ac:spMkLst>
            <pc:docMk/>
            <pc:sldMk cId="2758040358" sldId="2577"/>
            <ac:spMk id="2" creationId="{3C363B32-797C-5E85-5020-B837EFEA51B1}"/>
          </ac:spMkLst>
        </pc:spChg>
        <pc:spChg chg="mod">
          <ac:chgData name="Rob Grieve" userId="b0f7fee3-167f-4f47-b69c-0e83d001e27f" providerId="ADAL" clId="{4D0B5073-DD86-4F67-84E5-806929CDE867}" dt="2026-03-19T17:49:48.669" v="369" actId="113"/>
          <ac:spMkLst>
            <pc:docMk/>
            <pc:sldMk cId="2758040358" sldId="2577"/>
            <ac:spMk id="6" creationId="{9821D743-95CA-399F-43DC-3626A2ECDC08}"/>
          </ac:spMkLst>
        </pc:spChg>
        <pc:picChg chg="add mod">
          <ac:chgData name="Rob Grieve" userId="b0f7fee3-167f-4f47-b69c-0e83d001e27f" providerId="ADAL" clId="{4D0B5073-DD86-4F67-84E5-806929CDE867}" dt="2026-03-19T17:48:48.102" v="361" actId="1076"/>
          <ac:picMkLst>
            <pc:docMk/>
            <pc:sldMk cId="2758040358" sldId="2577"/>
            <ac:picMk id="4" creationId="{EB138014-7166-9467-9BCF-E35BF6E8D40C}"/>
          </ac:picMkLst>
        </pc:picChg>
      </pc:sldChg>
      <pc:sldChg chg="addSp delSp modSp mod modClrScheme chgLayout">
        <pc:chgData name="Rob Grieve" userId="b0f7fee3-167f-4f47-b69c-0e83d001e27f" providerId="ADAL" clId="{4D0B5073-DD86-4F67-84E5-806929CDE867}" dt="2026-03-19T18:01:44.712" v="450" actId="14100"/>
        <pc:sldMkLst>
          <pc:docMk/>
          <pc:sldMk cId="2333395106" sldId="2578"/>
        </pc:sldMkLst>
        <pc:spChg chg="add del mod ord">
          <ac:chgData name="Rob Grieve" userId="b0f7fee3-167f-4f47-b69c-0e83d001e27f" providerId="ADAL" clId="{4D0B5073-DD86-4F67-84E5-806929CDE867}" dt="2026-03-19T17:59:23.302" v="380" actId="700"/>
          <ac:spMkLst>
            <pc:docMk/>
            <pc:sldMk cId="2333395106" sldId="2578"/>
            <ac:spMk id="3" creationId="{72C93C82-BBE2-1046-E33A-ABB5107D4A83}"/>
          </ac:spMkLst>
        </pc:spChg>
        <pc:spChg chg="add del mod ord">
          <ac:chgData name="Rob Grieve" userId="b0f7fee3-167f-4f47-b69c-0e83d001e27f" providerId="ADAL" clId="{4D0B5073-DD86-4F67-84E5-806929CDE867}" dt="2026-03-19T17:59:23.302" v="380" actId="700"/>
          <ac:spMkLst>
            <pc:docMk/>
            <pc:sldMk cId="2333395106" sldId="2578"/>
            <ac:spMk id="4" creationId="{8F7AAF31-B15E-B894-3759-8587D7F1C4D6}"/>
          </ac:spMkLst>
        </pc:spChg>
        <pc:spChg chg="add del mod ord">
          <ac:chgData name="Rob Grieve" userId="b0f7fee3-167f-4f47-b69c-0e83d001e27f" providerId="ADAL" clId="{4D0B5073-DD86-4F67-84E5-806929CDE867}" dt="2026-03-19T17:59:36.021" v="381" actId="700"/>
          <ac:spMkLst>
            <pc:docMk/>
            <pc:sldMk cId="2333395106" sldId="2578"/>
            <ac:spMk id="5" creationId="{C43CF438-4847-D606-C2C9-F2CF9ECAF3E4}"/>
          </ac:spMkLst>
        </pc:spChg>
        <pc:spChg chg="add del mod ord">
          <ac:chgData name="Rob Grieve" userId="b0f7fee3-167f-4f47-b69c-0e83d001e27f" providerId="ADAL" clId="{4D0B5073-DD86-4F67-84E5-806929CDE867}" dt="2026-03-19T17:59:36.021" v="381" actId="700"/>
          <ac:spMkLst>
            <pc:docMk/>
            <pc:sldMk cId="2333395106" sldId="2578"/>
            <ac:spMk id="6" creationId="{A91DA62F-637B-A8FD-F936-FF8C117128C3}"/>
          </ac:spMkLst>
        </pc:spChg>
        <pc:spChg chg="add mod ord">
          <ac:chgData name="Rob Grieve" userId="b0f7fee3-167f-4f47-b69c-0e83d001e27f" providerId="ADAL" clId="{4D0B5073-DD86-4F67-84E5-806929CDE867}" dt="2026-03-19T18:01:03.586" v="443" actId="700"/>
          <ac:spMkLst>
            <pc:docMk/>
            <pc:sldMk cId="2333395106" sldId="2578"/>
            <ac:spMk id="7" creationId="{7962E5CE-352A-24AA-218F-2B30F429AFD4}"/>
          </ac:spMkLst>
        </pc:spChg>
        <pc:spChg chg="add del mod ord">
          <ac:chgData name="Rob Grieve" userId="b0f7fee3-167f-4f47-b69c-0e83d001e27f" providerId="ADAL" clId="{4D0B5073-DD86-4F67-84E5-806929CDE867}" dt="2026-03-19T18:01:03.586" v="443" actId="700"/>
          <ac:spMkLst>
            <pc:docMk/>
            <pc:sldMk cId="2333395106" sldId="2578"/>
            <ac:spMk id="8" creationId="{F05B199E-4C14-3FF0-7520-7BB24A2C1C15}"/>
          </ac:spMkLst>
        </pc:spChg>
        <pc:spChg chg="add del mod ord">
          <ac:chgData name="Rob Grieve" userId="b0f7fee3-167f-4f47-b69c-0e83d001e27f" providerId="ADAL" clId="{4D0B5073-DD86-4F67-84E5-806929CDE867}" dt="2026-03-19T18:01:16.230" v="444" actId="21"/>
          <ac:spMkLst>
            <pc:docMk/>
            <pc:sldMk cId="2333395106" sldId="2578"/>
            <ac:spMk id="9" creationId="{E9B4B575-2065-597B-AE08-E879E3532ABC}"/>
          </ac:spMkLst>
        </pc:spChg>
        <pc:spChg chg="del mod ord">
          <ac:chgData name="Rob Grieve" userId="b0f7fee3-167f-4f47-b69c-0e83d001e27f" providerId="ADAL" clId="{4D0B5073-DD86-4F67-84E5-806929CDE867}" dt="2026-03-19T17:59:11.756" v="379" actId="700"/>
          <ac:spMkLst>
            <pc:docMk/>
            <pc:sldMk cId="2333395106" sldId="2578"/>
            <ac:spMk id="12" creationId="{0F1F0262-093D-4444-D471-359A3C3CC498}"/>
          </ac:spMkLst>
        </pc:spChg>
        <pc:spChg chg="del">
          <ac:chgData name="Rob Grieve" userId="b0f7fee3-167f-4f47-b69c-0e83d001e27f" providerId="ADAL" clId="{4D0B5073-DD86-4F67-84E5-806929CDE867}" dt="2026-03-19T17:59:11.756" v="379" actId="700"/>
          <ac:spMkLst>
            <pc:docMk/>
            <pc:sldMk cId="2333395106" sldId="2578"/>
            <ac:spMk id="13" creationId="{67FFCE0E-2259-9BF0-3F7E-9A543A1F6464}"/>
          </ac:spMkLst>
        </pc:spChg>
        <pc:graphicFrameChg chg="add mod modGraphic">
          <ac:chgData name="Rob Grieve" userId="b0f7fee3-167f-4f47-b69c-0e83d001e27f" providerId="ADAL" clId="{4D0B5073-DD86-4F67-84E5-806929CDE867}" dt="2026-03-19T18:01:44.712" v="450" actId="14100"/>
          <ac:graphicFrameMkLst>
            <pc:docMk/>
            <pc:sldMk cId="2333395106" sldId="2578"/>
            <ac:graphicFrameMk id="2" creationId="{D4069D66-B433-030C-5956-2B0E4DEBC1D4}"/>
          </ac:graphicFrameMkLst>
        </pc:graphicFrameChg>
        <pc:picChg chg="del mod">
          <ac:chgData name="Rob Grieve" userId="b0f7fee3-167f-4f47-b69c-0e83d001e27f" providerId="ADAL" clId="{4D0B5073-DD86-4F67-84E5-806929CDE867}" dt="2026-03-19T17:58:53.433" v="377" actId="478"/>
          <ac:picMkLst>
            <pc:docMk/>
            <pc:sldMk cId="2333395106" sldId="2578"/>
            <ac:picMk id="16" creationId="{DDB45209-C3C5-29B8-5AC5-F760D81CC861}"/>
          </ac:picMkLst>
        </pc:picChg>
      </pc:sldChg>
      <pc:sldChg chg="modSp mod">
        <pc:chgData name="Rob Grieve" userId="b0f7fee3-167f-4f47-b69c-0e83d001e27f" providerId="ADAL" clId="{4D0B5073-DD86-4F67-84E5-806929CDE867}" dt="2026-03-19T17:50:31.169" v="376" actId="20577"/>
        <pc:sldMkLst>
          <pc:docMk/>
          <pc:sldMk cId="3724242015" sldId="2579"/>
        </pc:sldMkLst>
        <pc:spChg chg="mod">
          <ac:chgData name="Rob Grieve" userId="b0f7fee3-167f-4f47-b69c-0e83d001e27f" providerId="ADAL" clId="{4D0B5073-DD86-4F67-84E5-806929CDE867}" dt="2026-03-19T17:50:31.169" v="376" actId="20577"/>
          <ac:spMkLst>
            <pc:docMk/>
            <pc:sldMk cId="3724242015" sldId="2579"/>
            <ac:spMk id="2" creationId="{526ECDCB-43FF-A452-79D5-0FCED0EB9BEF}"/>
          </ac:spMkLst>
        </pc:spChg>
        <pc:spChg chg="mod">
          <ac:chgData name="Rob Grieve" userId="b0f7fee3-167f-4f47-b69c-0e83d001e27f" providerId="ADAL" clId="{4D0B5073-DD86-4F67-84E5-806929CDE867}" dt="2026-03-19T17:50:16.297" v="370" actId="21"/>
          <ac:spMkLst>
            <pc:docMk/>
            <pc:sldMk cId="3724242015" sldId="2579"/>
            <ac:spMk id="3" creationId="{15265E53-9673-21AE-EA06-35C23625ACA3}"/>
          </ac:spMkLst>
        </pc:spChg>
      </pc:sldChg>
      <pc:sldChg chg="modSp mod">
        <pc:chgData name="Rob Grieve" userId="b0f7fee3-167f-4f47-b69c-0e83d001e27f" providerId="ADAL" clId="{4D0B5073-DD86-4F67-84E5-806929CDE867}" dt="2026-03-19T18:06:25.582" v="480" actId="6549"/>
        <pc:sldMkLst>
          <pc:docMk/>
          <pc:sldMk cId="4001663416" sldId="2583"/>
        </pc:sldMkLst>
        <pc:spChg chg="mod">
          <ac:chgData name="Rob Grieve" userId="b0f7fee3-167f-4f47-b69c-0e83d001e27f" providerId="ADAL" clId="{4D0B5073-DD86-4F67-84E5-806929CDE867}" dt="2026-03-19T18:06:25.582" v="480" actId="6549"/>
          <ac:spMkLst>
            <pc:docMk/>
            <pc:sldMk cId="4001663416" sldId="2583"/>
            <ac:spMk id="3" creationId="{CDFECEF9-59BF-9E1B-6DFC-6839E050489E}"/>
          </ac:spMkLst>
        </pc:spChg>
      </pc:sldChg>
      <pc:sldChg chg="modSp mod">
        <pc:chgData name="Rob Grieve" userId="b0f7fee3-167f-4f47-b69c-0e83d001e27f" providerId="ADAL" clId="{4D0B5073-DD86-4F67-84E5-806929CDE867}" dt="2026-03-19T18:07:18.382" v="481" actId="14100"/>
        <pc:sldMkLst>
          <pc:docMk/>
          <pc:sldMk cId="3651867693" sldId="2589"/>
        </pc:sldMkLst>
        <pc:spChg chg="mod">
          <ac:chgData name="Rob Grieve" userId="b0f7fee3-167f-4f47-b69c-0e83d001e27f" providerId="ADAL" clId="{4D0B5073-DD86-4F67-84E5-806929CDE867}" dt="2026-03-19T18:07:18.382" v="481" actId="14100"/>
          <ac:spMkLst>
            <pc:docMk/>
            <pc:sldMk cId="3651867693" sldId="2589"/>
            <ac:spMk id="3" creationId="{CFC94B2B-5E16-E05F-DB32-E8818E647E9B}"/>
          </ac:spMkLst>
        </pc:spChg>
      </pc:sldChg>
      <pc:sldChg chg="addSp modSp mod">
        <pc:chgData name="Rob Grieve" userId="b0f7fee3-167f-4f47-b69c-0e83d001e27f" providerId="ADAL" clId="{4D0B5073-DD86-4F67-84E5-806929CDE867}" dt="2026-03-19T17:42:15.323" v="302" actId="1076"/>
        <pc:sldMkLst>
          <pc:docMk/>
          <pc:sldMk cId="4081165483" sldId="2596"/>
        </pc:sldMkLst>
        <pc:spChg chg="mod">
          <ac:chgData name="Rob Grieve" userId="b0f7fee3-167f-4f47-b69c-0e83d001e27f" providerId="ADAL" clId="{4D0B5073-DD86-4F67-84E5-806929CDE867}" dt="2026-03-19T17:09:36.681" v="12" actId="20577"/>
          <ac:spMkLst>
            <pc:docMk/>
            <pc:sldMk cId="4081165483" sldId="2596"/>
            <ac:spMk id="2" creationId="{F5C078E5-F08F-B6B8-7F08-AD7D70800B49}"/>
          </ac:spMkLst>
        </pc:spChg>
        <pc:spChg chg="add">
          <ac:chgData name="Rob Grieve" userId="b0f7fee3-167f-4f47-b69c-0e83d001e27f" providerId="ADAL" clId="{4D0B5073-DD86-4F67-84E5-806929CDE867}" dt="2026-03-19T17:08:33.279" v="1"/>
          <ac:spMkLst>
            <pc:docMk/>
            <pc:sldMk cId="4081165483" sldId="2596"/>
            <ac:spMk id="3" creationId="{344B8CEC-7287-5A52-D04B-B26B182A432D}"/>
          </ac:spMkLst>
        </pc:spChg>
        <pc:spChg chg="add">
          <ac:chgData name="Rob Grieve" userId="b0f7fee3-167f-4f47-b69c-0e83d001e27f" providerId="ADAL" clId="{4D0B5073-DD86-4F67-84E5-806929CDE867}" dt="2026-03-19T17:08:39.867" v="2"/>
          <ac:spMkLst>
            <pc:docMk/>
            <pc:sldMk cId="4081165483" sldId="2596"/>
            <ac:spMk id="4" creationId="{19655E32-9814-7072-0B81-46FEC36A4C1C}"/>
          </ac:spMkLst>
        </pc:spChg>
        <pc:spChg chg="mod">
          <ac:chgData name="Rob Grieve" userId="b0f7fee3-167f-4f47-b69c-0e83d001e27f" providerId="ADAL" clId="{4D0B5073-DD86-4F67-84E5-806929CDE867}" dt="2026-03-19T17:42:15.323" v="302" actId="1076"/>
          <ac:spMkLst>
            <pc:docMk/>
            <pc:sldMk cId="4081165483" sldId="2596"/>
            <ac:spMk id="6" creationId="{EE75F395-83F5-B3B3-718F-021CD973F902}"/>
          </ac:spMkLst>
        </pc:spChg>
        <pc:picChg chg="add mod">
          <ac:chgData name="Rob Grieve" userId="b0f7fee3-167f-4f47-b69c-0e83d001e27f" providerId="ADAL" clId="{4D0B5073-DD86-4F67-84E5-806929CDE867}" dt="2026-03-19T17:41:46.434" v="297" actId="1076"/>
          <ac:picMkLst>
            <pc:docMk/>
            <pc:sldMk cId="4081165483" sldId="2596"/>
            <ac:picMk id="5" creationId="{67F5632A-937A-C144-EA4E-7828EDC7F40B}"/>
          </ac:picMkLst>
        </pc:picChg>
      </pc:sldChg>
      <pc:sldChg chg="modSp mod">
        <pc:chgData name="Rob Grieve" userId="b0f7fee3-167f-4f47-b69c-0e83d001e27f" providerId="ADAL" clId="{4D0B5073-DD86-4F67-84E5-806929CDE867}" dt="2026-03-19T17:15:43.289" v="127" actId="20577"/>
        <pc:sldMkLst>
          <pc:docMk/>
          <pc:sldMk cId="2065935762" sldId="2598"/>
        </pc:sldMkLst>
        <pc:spChg chg="mod">
          <ac:chgData name="Rob Grieve" userId="b0f7fee3-167f-4f47-b69c-0e83d001e27f" providerId="ADAL" clId="{4D0B5073-DD86-4F67-84E5-806929CDE867}" dt="2026-03-19T17:15:02.691" v="115" actId="113"/>
          <ac:spMkLst>
            <pc:docMk/>
            <pc:sldMk cId="2065935762" sldId="2598"/>
            <ac:spMk id="5" creationId="{D92610BE-A07F-9D86-685F-377AC7BA12F8}"/>
          </ac:spMkLst>
        </pc:spChg>
        <pc:spChg chg="mod">
          <ac:chgData name="Rob Grieve" userId="b0f7fee3-167f-4f47-b69c-0e83d001e27f" providerId="ADAL" clId="{4D0B5073-DD86-4F67-84E5-806929CDE867}" dt="2026-03-19T17:15:43.289" v="127" actId="20577"/>
          <ac:spMkLst>
            <pc:docMk/>
            <pc:sldMk cId="2065935762" sldId="2598"/>
            <ac:spMk id="6" creationId="{2E9D5668-A961-4AD0-9739-68A292DC5380}"/>
          </ac:spMkLst>
        </pc:spChg>
        <pc:picChg chg="mod">
          <ac:chgData name="Rob Grieve" userId="b0f7fee3-167f-4f47-b69c-0e83d001e27f" providerId="ADAL" clId="{4D0B5073-DD86-4F67-84E5-806929CDE867}" dt="2026-03-19T17:15:07.158" v="117" actId="1076"/>
          <ac:picMkLst>
            <pc:docMk/>
            <pc:sldMk cId="2065935762" sldId="2598"/>
            <ac:picMk id="9" creationId="{E164CCBB-3FDE-E553-8AC1-FA35E3F90603}"/>
          </ac:picMkLst>
        </pc:picChg>
      </pc:sldChg>
      <pc:sldChg chg="modSp mod modAnim">
        <pc:chgData name="Rob Grieve" userId="b0f7fee3-167f-4f47-b69c-0e83d001e27f" providerId="ADAL" clId="{4D0B5073-DD86-4F67-84E5-806929CDE867}" dt="2026-03-19T17:14:53.496" v="114"/>
        <pc:sldMkLst>
          <pc:docMk/>
          <pc:sldMk cId="315995682" sldId="2599"/>
        </pc:sldMkLst>
        <pc:spChg chg="mod">
          <ac:chgData name="Rob Grieve" userId="b0f7fee3-167f-4f47-b69c-0e83d001e27f" providerId="ADAL" clId="{4D0B5073-DD86-4F67-84E5-806929CDE867}" dt="2026-03-19T17:14:33.117" v="112" actId="14100"/>
          <ac:spMkLst>
            <pc:docMk/>
            <pc:sldMk cId="315995682" sldId="2599"/>
            <ac:spMk id="6" creationId="{99BF80BB-87C8-9A15-8D20-32A52E619958}"/>
          </ac:spMkLst>
        </pc:spChg>
        <pc:picChg chg="mod">
          <ac:chgData name="Rob Grieve" userId="b0f7fee3-167f-4f47-b69c-0e83d001e27f" providerId="ADAL" clId="{4D0B5073-DD86-4F67-84E5-806929CDE867}" dt="2026-03-19T17:14:30.548" v="111" actId="1076"/>
          <ac:picMkLst>
            <pc:docMk/>
            <pc:sldMk cId="315995682" sldId="2599"/>
            <ac:picMk id="1026" creationId="{1CD8F650-6785-472E-4FC2-F2D916C0FED1}"/>
          </ac:picMkLst>
        </pc:picChg>
      </pc:sldChg>
      <pc:sldChg chg="modSp mod ord">
        <pc:chgData name="Rob Grieve" userId="b0f7fee3-167f-4f47-b69c-0e83d001e27f" providerId="ADAL" clId="{4D0B5073-DD86-4F67-84E5-806929CDE867}" dt="2026-03-19T17:44:50.916" v="312"/>
        <pc:sldMkLst>
          <pc:docMk/>
          <pc:sldMk cId="2855148718" sldId="2600"/>
        </pc:sldMkLst>
        <pc:spChg chg="mod">
          <ac:chgData name="Rob Grieve" userId="b0f7fee3-167f-4f47-b69c-0e83d001e27f" providerId="ADAL" clId="{4D0B5073-DD86-4F67-84E5-806929CDE867}" dt="2026-03-19T17:44:29.530" v="306" actId="113"/>
          <ac:spMkLst>
            <pc:docMk/>
            <pc:sldMk cId="2855148718" sldId="2600"/>
            <ac:spMk id="8" creationId="{27887EEC-B89F-1AB4-6CC9-EB9660889EB7}"/>
          </ac:spMkLst>
        </pc:spChg>
        <pc:graphicFrameChg chg="mod modGraphic">
          <ac:chgData name="Rob Grieve" userId="b0f7fee3-167f-4f47-b69c-0e83d001e27f" providerId="ADAL" clId="{4D0B5073-DD86-4F67-84E5-806929CDE867}" dt="2026-03-19T17:44:01.625" v="305" actId="255"/>
          <ac:graphicFrameMkLst>
            <pc:docMk/>
            <pc:sldMk cId="2855148718" sldId="2600"/>
            <ac:graphicFrameMk id="7" creationId="{A092A1A8-F161-BB88-D012-7103DCF03FFD}"/>
          </ac:graphicFrameMkLst>
        </pc:graphicFrameChg>
      </pc:sldChg>
      <pc:sldChg chg="ord">
        <pc:chgData name="Rob Grieve" userId="b0f7fee3-167f-4f47-b69c-0e83d001e27f" providerId="ADAL" clId="{4D0B5073-DD86-4F67-84E5-806929CDE867}" dt="2026-03-19T17:44:33.916" v="308"/>
        <pc:sldMkLst>
          <pc:docMk/>
          <pc:sldMk cId="2739084952" sldId="2601"/>
        </pc:sldMkLst>
      </pc:sldChg>
      <pc:sldChg chg="addSp delSp modSp new mod ord">
        <pc:chgData name="Rob Grieve" userId="b0f7fee3-167f-4f47-b69c-0e83d001e27f" providerId="ADAL" clId="{4D0B5073-DD86-4F67-84E5-806929CDE867}" dt="2026-03-19T17:47:52.815" v="328" actId="1076"/>
        <pc:sldMkLst>
          <pc:docMk/>
          <pc:sldMk cId="840020082" sldId="2602"/>
        </pc:sldMkLst>
        <pc:spChg chg="mod">
          <ac:chgData name="Rob Grieve" userId="b0f7fee3-167f-4f47-b69c-0e83d001e27f" providerId="ADAL" clId="{4D0B5073-DD86-4F67-84E5-806929CDE867}" dt="2026-03-19T17:36:18.531" v="274" actId="1076"/>
          <ac:spMkLst>
            <pc:docMk/>
            <pc:sldMk cId="840020082" sldId="2602"/>
            <ac:spMk id="2" creationId="{EE5881F8-EC7E-8903-0BAD-726343669417}"/>
          </ac:spMkLst>
        </pc:spChg>
        <pc:spChg chg="add del mod">
          <ac:chgData name="Rob Grieve" userId="b0f7fee3-167f-4f47-b69c-0e83d001e27f" providerId="ADAL" clId="{4D0B5073-DD86-4F67-84E5-806929CDE867}" dt="2026-03-19T17:22:07.395" v="216" actId="21"/>
          <ac:spMkLst>
            <pc:docMk/>
            <pc:sldMk cId="840020082" sldId="2602"/>
            <ac:spMk id="3" creationId="{E37B9422-9C51-0D4F-48EC-40EAB55079D9}"/>
          </ac:spMkLst>
        </pc:spChg>
        <pc:spChg chg="add mod">
          <ac:chgData name="Rob Grieve" userId="b0f7fee3-167f-4f47-b69c-0e83d001e27f" providerId="ADAL" clId="{4D0B5073-DD86-4F67-84E5-806929CDE867}" dt="2026-03-19T17:47:46.302" v="326" actId="1076"/>
          <ac:spMkLst>
            <pc:docMk/>
            <pc:sldMk cId="840020082" sldId="2602"/>
            <ac:spMk id="6" creationId="{ED54B529-8E6F-031B-4B67-6AB17CC6C87A}"/>
          </ac:spMkLst>
        </pc:spChg>
        <pc:picChg chg="add del mod">
          <ac:chgData name="Rob Grieve" userId="b0f7fee3-167f-4f47-b69c-0e83d001e27f" providerId="ADAL" clId="{4D0B5073-DD86-4F67-84E5-806929CDE867}" dt="2026-03-19T17:34:38.936" v="235" actId="478"/>
          <ac:picMkLst>
            <pc:docMk/>
            <pc:sldMk cId="840020082" sldId="2602"/>
            <ac:picMk id="4" creationId="{F9E0F523-9188-F2C9-9081-E3653064DF30}"/>
          </ac:picMkLst>
        </pc:picChg>
        <pc:picChg chg="add del mod">
          <ac:chgData name="Rob Grieve" userId="b0f7fee3-167f-4f47-b69c-0e83d001e27f" providerId="ADAL" clId="{4D0B5073-DD86-4F67-84E5-806929CDE867}" dt="2026-03-19T17:24:01.048" v="229" actId="478"/>
          <ac:picMkLst>
            <pc:docMk/>
            <pc:sldMk cId="840020082" sldId="2602"/>
            <ac:picMk id="2050" creationId="{DE0DCADA-8266-55B7-72AB-F571666F5B94}"/>
          </ac:picMkLst>
        </pc:picChg>
        <pc:picChg chg="add mod">
          <ac:chgData name="Rob Grieve" userId="b0f7fee3-167f-4f47-b69c-0e83d001e27f" providerId="ADAL" clId="{4D0B5073-DD86-4F67-84E5-806929CDE867}" dt="2026-03-19T17:47:52.815" v="328" actId="1076"/>
          <ac:picMkLst>
            <pc:docMk/>
            <pc:sldMk cId="840020082" sldId="2602"/>
            <ac:picMk id="2052" creationId="{ECDB3C02-F15C-F93F-3B90-CB5198BE075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81F157-606A-5AAC-129E-56ECEDC7E3D9}"/>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F453E982-B910-1C83-D9FF-37117568EA56}"/>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7012EFB7-4FE2-4242-AA53-C48115847BA7}" type="datetimeFigureOut">
              <a:rPr lang="en-GB" smtClean="0"/>
              <a:t>24/03/2026</a:t>
            </a:fld>
            <a:endParaRPr lang="en-GB"/>
          </a:p>
        </p:txBody>
      </p:sp>
      <p:sp>
        <p:nvSpPr>
          <p:cNvPr id="4" name="Footer Placeholder 3">
            <a:extLst>
              <a:ext uri="{FF2B5EF4-FFF2-40B4-BE49-F238E27FC236}">
                <a16:creationId xmlns:a16="http://schemas.microsoft.com/office/drawing/2014/main" id="{0491D66B-E6FE-431D-FB69-BB71FC31E9AC}"/>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9974ADE-CE55-6C96-C51F-74CAA6D880D3}"/>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75A12380-D684-4C1F-BAE3-630A65675308}" type="slidenum">
              <a:rPr lang="en-GB" smtClean="0"/>
              <a:t>‹#›</a:t>
            </a:fld>
            <a:endParaRPr lang="en-GB"/>
          </a:p>
        </p:txBody>
      </p:sp>
    </p:spTree>
    <p:extLst>
      <p:ext uri="{BB962C8B-B14F-4D97-AF65-F5344CB8AC3E}">
        <p14:creationId xmlns:p14="http://schemas.microsoft.com/office/powerpoint/2010/main" val="215728611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6:12.77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0 172 0,'3246'-171'0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6:25.9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 0,'11536'0'0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16:31.8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6:41.1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 0,'11554'-19'0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6:50.8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0 230 0,'2998'-229'0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7:15.5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0,'6799'58'0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7:23.7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64 0,'11651'0'0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8:01.781"/>
    </inkml:context>
    <inkml:brush xml:id="br0">
      <inkml:brushProperty name="width" value="0.035" units="cm"/>
      <inkml:brushProperty name="height" value="0.035" units="cm"/>
      <inkml:brushProperty name="color" value="#CC0066"/>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8:55.04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 0,'4984'0'0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9:26.35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 0,'1720'0'0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19:46.1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19 0,'11542'0'0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0:02.20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0:17.28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0,'0'0,"0"3,0 5,0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0:20.50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0:24.68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1 379,'0'-10,"0"0,0 0,1 1,3-13,-2 18,-1-1,1 1,0-1,0 1,1 0,-1 0,1 0,0 1,0-1,0 1,4-4,10-7,1 0,0 2,1 0,0 1,0 1,1 1,39-12,10 1,76-10,-19 13,212 0,-245 15,536-41,-622 42,317-30,-257 28,-1 3,125 18,116 47,-35-5,-257-58,32 8,-44-9,0 0,0 0,0 0,0 1,0-1,0 1,0 0,-1 0,1 0,-1 0,4 3,1 6</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0:26.20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20:28.97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96 0,'5730'-96'0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0:33.83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0 249,'11'-9,"0"0,0 1,1 0,0 0,26-10,71-23,-56 23,24-7,0 3,1 4,1 4,95-6,325 8,-377 13,54-10,-33 1,355 6,-342 2,-132 1,40 8,-39-5,30 1,-45-4,1 1,0 0,-1 0,1 1,10 5,-8-3,0-1,19 3,-16-5,0-1,-1-1,1 0,27-5,61-18,-10 2,-68 17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1:06.62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10 1270,'0'-23,"0"1,3-37,-1 50,-1 1,1 0,1 0,0 0,0 0,0 0,9-13,8-20,-19 35,1 1,0 0,1 0,-1 0,1 0,0 1,0-1,0 1,1 0,-1 0,1 0,0 0,7-5,2 2,0 1,0 0,1 1,0 0,24-5,75-6,-60 10,91-5,4 0,-94 6,73 2,-86 4,0-1,0-3,70-13,-77 9,0 1,0 2,0 2,36 1,-44-1,0 0,1-2,27-8,-24 5,60-5,63-7,-6 1,-126 15,1 0,-1-2,24-7,5-1,22-3,129-11,-153 22,57-14,15-3,140-6,-226 21,47-14,-57 13,0 2,0 0,1 2,47-3,369 9,-435-2,-1 0,1 0,0 1,-1 0,1 0,-1 0,10 4,-14-4,0-1,0 1,0 0,0-1,0 1,0 0,0 0,0-1,0 1,-1 0,1 0,0 0,0 0,-1 0,1 0,-1 0,1 2,-1-1,1 0,-1-1,0 1,0 0,0 0,-1-1,1 1,0 0,-1-1,1 1,-1 0,0-1,1 1,-1-1,-2 4,-1 1,-1 0,0 0,-1 0,1 0,-1-1,0 0,-1 0,1-1,-1 1,0-2,0 1,0-1,0 0,-15 4,-8 1,-1-1,-42 3,-155 8,117-9,-54 1,146-10,-69-1,-154 19,122 0,-218 3,328-21,0 0,-1 1,2 0,-1 1,0 0,-10 4,20-6,0 0,0 0,0 0,0 0,0 0,0 0,0 0,0 0,0 0,0 0,0 0,0 0,0 0,0 0,0 0,0 0,0 0,0 0,0 0,1 1,-1-1,0 0,0 0,0 0,0 0,0 0,0 0,0 0,0 0,0 0,0 0,0 0,0 0,0 0,0 1,0-1,-1 0,1 0,0 0,0 0,0 0,0 0,0 0,0 0,0 0,0 0,0 0,0 0,0 0,0 0,0 0,0 0,0 0,0 0,0 1,0-1,-1 0,1 0,0 0,12 2,15 1,367-4,-367 0,41-7,12-2,24 9,-60 2,0-2,81-13,-37-2,1 3,174-1,-33 5,-19-1,-177 10,1-2,-1-1,-1-2,60-17,-62 14,1 2,0 0,49-1,100 7,-76 3,-47-5,-29 1,0 1,55 6,-71-1,-20-1,-22 1,-263-1,162-6,-219 17,40 29,258-35,0 2,1 2,-70 30,82-29,34-13,-23 7,26-7,-1-1,1 0,0 0,0 0,0 0,0 1,-1-2,1 1,0 0,0 0,0 0,0 0,0-1,-1 1,1-1,0 1,0-1,0 1,0-1,-1-1,2 2,-1 0,1 0,0-1,0 1,0 0,-1 0,1-1,0 1,0 0,0-1,0 1,-1 0,1-1,0 1,0-1,0 1,0 0,0-1,0 1,0 0,0-1,0 1,0 0,0-1,1 1,-1 0,0-1,0 1,0 0,0-1,0 1,1 0,-1-1,14-9,17-1,1 6,0 1,1 1,-1 3,36 2,-3 0,714-1,-749-3,0-1,55-14,-13 2,12 4,91 0,87 12,-99 0,-74-2,96 3,-183-2,-1 0,1 1,0-1,0 1,0-1,-1 1,1-1,0 1,-1 0,1 0,-1 0,1 0,-1 0,1 0,-1 0,0 1,1-1,-1 0,0 1,0-1,0 1,0-1,0 1,0 0,-1-1,1 1,-1 0,1 0,0 2,0 6,0 0,0 0,-1 0,-1 15,0 3,1-26,0 0,1 0,-1 0,1-1,-1 1,1 0,0 0,0 0,0-1,0 1,0 0,0-1,0 1,0-1,1 1,-1-1,1 0,-1 1,1-1,-1 0,1 0,0 0,0 0,-1-1,1 1,3 1,6 1,0 0,0-1,17 1,-10 0,0 0,1-1,0 0,0-1,0-1,0-1,0-1,33-7,41-14,-25 6,106-40,-127 37,1 2,66-15,142-30,-230 58,-20 5,-1-1,0 0,1 0,-1 0,0 0,0-1,0 0,0 0,0 0,0-1,-1 0,1 0,7-6,107-99,-82 77,-31 25,0 0,1 1,0 0,0 0,0 0,1 1,-1 0,1 0,0 1,0 0,1 0,-1 1,12-2,101-2,17-2,8-15,-39 5,115-5,-126 20,191-9,-49-15,-181 20,0 2,1 3,-1 2,77 11,125 27,-177-31,148-5,-109-4,13 1,296 9,-29 7,-320-17,-1-4,156-32,-206 30,0-1,-1-1,40-20,-53 22,0-2,-1 0,0 0,0-2,-1 0,-1 0,14-16,30-49,-36 48,0 1,29-29,-48 56,-1-1,0 1,1-1,-1 1,1 0,0 0,-1 0,1 0,0 0,0 0,0 0,-1 0,1 1,0-1,0 1,0 0,0-1,0 1,4 0,-4 1,1 0,-1 0,0 0,1 0,-1 0,0 0,0 1,0-1,0 1,0 0,0-1,0 1,0 0,1 3,113 150,-116-155,17 22,1-2,0 0,1-1,1-1,26 19,-35-31,0 1,0 1,-1 0,0 0,0 1,-1 0,13 18,-19-23,1 0,0 0,0 0,0-1,1 1,-1-1,1 0,0 0,0 0,0-1,0 0,10 3,-8-3,1 1,-1 1,0-1,0 1,10 7,-14-8,-1 0,0 0,0 0,0 1,0-1,0 1,-1-1,1 1,-1-1,0 1,0 0,-1-1,1 1,-1 0,1 0,-2 6,2-6,-2 0,1 0,0 0,-1-1,1 1,-1 0,0 0,-1 0,1-1,0 1,-1-1,0 1,0-1,0 0,0 1,-4 3,-2-2,1 0,-1-1,1 1,-13 3,-22 14,18-6,-3 3,-45 24,62-38,-1 0,0-1,0-1,0 1,-1-2,1 1,0-2,-15 1,-101 7,-30-1,30 2,1 0,-654-11,767 0,1 0,-1-1,0-1,1 0,-1-1,1 0,0-1,0-1,0 0,-12-8,14 9,-1 0,1 1,-1 0,0 0,-1 1,-12-1,16 3,-1 0,1 1,0-1,0 2,0-1,0 1,0 1,0-1,-12 5,14-3,0 0,1 0,-1 1,-8 6,11-7,-1 0,0 0,0 0,0-1,-1 0,1 1,0-1,-1-1,0 1,-5 1,-25 0,-1-1,-61-4,17 0,-15 0,-104 4,50 18,90-12,30-3,-32 0,-46 5,-1 0,1 0,-5 0,36-12,40 0,-72 6,99-2,0 0,1 0,-1 1,-10 6,10-6,1 1,0-1,-1 0,-14 2,-27-1,-82-5,44-1,-3 0,-100 4,133 8,39-7,-35 4,-56-8,50 0,-83 9,24 2,-170-7,147-4,-371 1,505 0,-1 2,2-1,-1 1,0 1,0-1,1 1,-1 0,1 1,-8 5,-30 12,-8 2,-14 6,61-27,1 0,-1 0,0-1,0 0,0 0,0-1,0 0,0 0,-7-1,11 1,0-1,0 0,0 0,1 0,-1 0,0 0,0 0,0 0,1 0,-1-1,1 1,-1-1,1 1,-1-1,1 1,0-1,0 0,0 0,0 0,0 0,0 0,0-2,0 2,0 0,0 0,0-1,0 1,0 0,0 0,-1 0,1 0,-1 0,0 1,1-1,-1 0,0 1,0-1,0 1,0 0,0-1,-1 1,-2-1,-12-1,0 1,1 1,-1 0,0 1,-20 3,-12-1,-385-1,425-2,0 0,-1 0,1-1,0 0,0 0,0-1,-10-5,-8-2,7 6,0 0,-1 1,1 1,-1 1,1 1,-24 2,-6 0,-96 11,79-5,6-1,-90 5,131-12,-26 0,0 1,-53 9,58-5,0-2,-47-3,49-1,0 2,-65 10,-8 8,98-16,1-1,-1 0,0-2,0 1,-25-4,7-2,-41-12,37 10,-1 2,1 1,-1 2,-59 4,17 0,18 1,0 3,-90 21,82-14,-12-1,49-9,-61 16,63-13,-1-1,0-2,0 0,-1-3,-39-3,-7 1,-347 2,370 3,0 3,-56 12,61-9,-95 16,117-16,0 0,1 2,1 1,-40 23,41-20,0-1,-2-2,1 0,-42 10,14-8,18-5,-42 6,71-13,0-1,1 1,-1 1,1-1,0 1,0 0,0 1,0-1,1 1,-8 6,7-5,-1 0,0 0,0-1,0 0,-1 0,-11 4,0-3,-12 5,-1-2,1-1,-1-2,-53 3,50-7,-60-3,92 1,1 1,0 0,0-1,0 0,0 1,0-1,0 0,0 0,0 0,0 0,0 0,0-1,1 1,-1-1,-1-1,-19-28,20 26,-1 1,0-1,0 1,0 0,-1 0,1 0,-9-7,1 3,0-1,1 0,-15-17,15 14,8 11,1-1,0 1,0 0,0 0,-1 0,1 0,-1 0,1 0,-1 0,1 0,-1 0,0 0,1 1,-1-1,0 1,-3-1,4 1,0 0,0 1,0-1,-1 0,1 1,0-1,0 1,0-1,0 1,0-1,0 1,0 0,0-1,0 1,1 0,-1 0,0 0,0 0,0 1,-4 6,1 0,0 1,1-1,0 1,-3 11,0 1,4-15,0 0,-1-1,0 1,0-1,0 0,-1 0,0 0,-8 8,2-5,-1 1,-21 12,21-14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21:27.25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6 0,'11855'0'0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21:41.06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70 0,'10432'0'0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9:21:52.34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 0,'3380'19'0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09:21:54.99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D85CC-6CB0-A864-36F2-765BF9934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66677-D9C7-5ADE-9BAF-38EBAB95E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BE05A-5498-7B8E-998A-FE32ECAD2767}"/>
              </a:ext>
            </a:extLst>
          </p:cNvPr>
          <p:cNvSpPr>
            <a:spLocks noGrp="1"/>
          </p:cNvSpPr>
          <p:nvPr>
            <p:ph type="body" idx="1"/>
          </p:nvPr>
        </p:nvSpPr>
        <p:spPr/>
        <p:txBody>
          <a:bodyPr/>
          <a:lstStyle/>
          <a:p>
            <a:r>
              <a:rPr lang="en-GB" dirty="0"/>
              <a:t>What do you think is old?</a:t>
            </a:r>
          </a:p>
          <a:p>
            <a:r>
              <a:rPr lang="en-GB" dirty="0"/>
              <a:t>Environmental stresses. </a:t>
            </a:r>
          </a:p>
          <a:p>
            <a:r>
              <a:rPr lang="en-GB" dirty="0"/>
              <a:t>Immune system compromise – can this be boosted with activity? Use studies to support.</a:t>
            </a:r>
          </a:p>
        </p:txBody>
      </p:sp>
      <p:sp>
        <p:nvSpPr>
          <p:cNvPr id="4" name="Slide Number Placeholder 3">
            <a:extLst>
              <a:ext uri="{FF2B5EF4-FFF2-40B4-BE49-F238E27FC236}">
                <a16:creationId xmlns:a16="http://schemas.microsoft.com/office/drawing/2014/main" id="{CC94B2B5-34E2-3006-607E-F4BB721CB67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360570-2B09-DB43-BBE0-DA076DA911F1}" type="slidenum">
              <a:rPr kumimoji="0" lang="en-US" alt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1004859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61A80-FB6E-52AA-E5E8-09C467831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37EFE-F182-C5EE-98C6-3CF407914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1FDBD-7827-1DD8-717D-2F577CBBEEC5}"/>
              </a:ext>
            </a:extLst>
          </p:cNvPr>
          <p:cNvSpPr>
            <a:spLocks noGrp="1"/>
          </p:cNvSpPr>
          <p:nvPr>
            <p:ph type="body" idx="1"/>
          </p:nvPr>
        </p:nvSpPr>
        <p:spPr/>
        <p:txBody>
          <a:bodyPr/>
          <a:lstStyle/>
          <a:p>
            <a:r>
              <a:rPr lang="en-GB" dirty="0"/>
              <a:t>What do you think is old?</a:t>
            </a:r>
          </a:p>
          <a:p>
            <a:r>
              <a:rPr lang="en-GB" dirty="0"/>
              <a:t>Environmental stresses. </a:t>
            </a:r>
          </a:p>
          <a:p>
            <a:r>
              <a:rPr lang="en-GB" dirty="0"/>
              <a:t>Immune system compromise – can this be boosted with activity? Use studies to support.</a:t>
            </a:r>
          </a:p>
        </p:txBody>
      </p:sp>
      <p:sp>
        <p:nvSpPr>
          <p:cNvPr id="4" name="Slide Number Placeholder 3">
            <a:extLst>
              <a:ext uri="{FF2B5EF4-FFF2-40B4-BE49-F238E27FC236}">
                <a16:creationId xmlns:a16="http://schemas.microsoft.com/office/drawing/2014/main" id="{1C3CDD29-8EAA-5645-1F18-75128EC86D6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360570-2B09-DB43-BBE0-DA076DA911F1}" type="slidenum">
              <a:rPr kumimoji="0" lang="en-US" alt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208583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5214C-7317-DCBD-9DF1-1B39AA1A0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DB84A-723C-B5BA-7188-94751B97C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BF70A-61A7-2239-5350-A0921B90F2B8}"/>
              </a:ext>
            </a:extLst>
          </p:cNvPr>
          <p:cNvSpPr>
            <a:spLocks noGrp="1"/>
          </p:cNvSpPr>
          <p:nvPr>
            <p:ph type="body" idx="1"/>
          </p:nvPr>
        </p:nvSpPr>
        <p:spPr/>
        <p:txBody>
          <a:bodyPr/>
          <a:lstStyle/>
          <a:p>
            <a:r>
              <a:rPr lang="en-GB" dirty="0"/>
              <a:t>What do you think is old?</a:t>
            </a:r>
          </a:p>
          <a:p>
            <a:r>
              <a:rPr lang="en-GB" dirty="0"/>
              <a:t>Environmental stresses. </a:t>
            </a:r>
          </a:p>
          <a:p>
            <a:r>
              <a:rPr lang="en-GB" dirty="0"/>
              <a:t>Immune system compromise – can this be boosted with activity? Use studies to support.</a:t>
            </a:r>
          </a:p>
        </p:txBody>
      </p:sp>
      <p:sp>
        <p:nvSpPr>
          <p:cNvPr id="4" name="Slide Number Placeholder 3">
            <a:extLst>
              <a:ext uri="{FF2B5EF4-FFF2-40B4-BE49-F238E27FC236}">
                <a16:creationId xmlns:a16="http://schemas.microsoft.com/office/drawing/2014/main" id="{06CC89ED-98B0-6FCE-A1A7-E5F2B8CB773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360570-2B09-DB43-BBE0-DA076DA911F1}" type="slidenum">
              <a:rPr kumimoji="0" lang="en-US" alt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131495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presentation title slide">
    <p:bg>
      <p:bgPr>
        <a:solidFill>
          <a:srgbClr val="1A9DAC"/>
        </a:solid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1775346" y="1617868"/>
            <a:ext cx="0" cy="2743200"/>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ext Placeholder 14"/>
          <p:cNvSpPr>
            <a:spLocks noGrp="1"/>
          </p:cNvSpPr>
          <p:nvPr>
            <p:ph type="body" sz="quarter" idx="14"/>
          </p:nvPr>
        </p:nvSpPr>
        <p:spPr>
          <a:xfrm>
            <a:off x="2181658" y="1540814"/>
            <a:ext cx="6062750" cy="2831136"/>
          </a:xfrm>
          <a:prstGeom prst="rect">
            <a:avLst/>
          </a:prstGeom>
        </p:spPr>
        <p:txBody>
          <a:bodyPr lIns="0" tIns="0" rIns="0" bIns="0"/>
          <a:lstStyle>
            <a:lvl1pPr marL="0" indent="0">
              <a:lnSpc>
                <a:spcPts val="4800"/>
              </a:lnSpc>
              <a:spcBef>
                <a:spcPts val="0"/>
              </a:spcBef>
              <a:buFontTx/>
              <a:buNone/>
              <a:defRPr sz="44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8" name="Text Placeholder 14"/>
          <p:cNvSpPr>
            <a:spLocks noGrp="1"/>
          </p:cNvSpPr>
          <p:nvPr>
            <p:ph type="body" sz="quarter" idx="15"/>
          </p:nvPr>
        </p:nvSpPr>
        <p:spPr>
          <a:xfrm>
            <a:off x="496861" y="1605616"/>
            <a:ext cx="1219139" cy="269081"/>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9" name="Text Placeholder 14"/>
          <p:cNvSpPr>
            <a:spLocks noGrp="1"/>
          </p:cNvSpPr>
          <p:nvPr>
            <p:ph type="body" sz="quarter" idx="16"/>
          </p:nvPr>
        </p:nvSpPr>
        <p:spPr>
          <a:xfrm>
            <a:off x="496861" y="1875614"/>
            <a:ext cx="1219139" cy="402300"/>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20" name="Text Placeholder 14"/>
          <p:cNvSpPr>
            <a:spLocks noGrp="1"/>
          </p:cNvSpPr>
          <p:nvPr>
            <p:ph type="body" sz="quarter" idx="17"/>
          </p:nvPr>
        </p:nvSpPr>
        <p:spPr>
          <a:xfrm>
            <a:off x="496861" y="2283314"/>
            <a:ext cx="1219139" cy="521494"/>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4188" y="0"/>
            <a:ext cx="2166937"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14"/>
          <p:cNvSpPr>
            <a:spLocks noGrp="1"/>
          </p:cNvSpPr>
          <p:nvPr>
            <p:ph type="body" sz="quarter" idx="18"/>
          </p:nvPr>
        </p:nvSpPr>
        <p:spPr>
          <a:xfrm>
            <a:off x="496861" y="4221384"/>
            <a:ext cx="1219139" cy="229774"/>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Tree>
    <p:extLst>
      <p:ext uri="{BB962C8B-B14F-4D97-AF65-F5344CB8AC3E}">
        <p14:creationId xmlns:p14="http://schemas.microsoft.com/office/powerpoint/2010/main" val="2037226853"/>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899594" y="1418035"/>
            <a:ext cx="6668019" cy="1024590"/>
          </a:xfrm>
          <a:prstGeom prst="rect">
            <a:avLst/>
          </a:prstGeom>
        </p:spPr>
        <p:txBody>
          <a:bodyPr lIns="0" tIns="0" rIns="0" bIns="0"/>
          <a:lstStyle>
            <a:lvl1pPr marL="0" indent="0">
              <a:lnSpc>
                <a:spcPts val="4800"/>
              </a:lnSpc>
              <a:spcBef>
                <a:spcPts val="0"/>
              </a:spcBef>
              <a:buFontTx/>
              <a:buNone/>
              <a:defRPr sz="44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1"/>
          </p:nvPr>
        </p:nvSpPr>
        <p:spPr>
          <a:xfrm>
            <a:off x="899591" y="3165872"/>
            <a:ext cx="6668021" cy="452328"/>
          </a:xfrm>
          <a:prstGeom prst="rect">
            <a:avLst/>
          </a:prstGeom>
        </p:spPr>
        <p:txBody>
          <a:bodyPr lIns="0" tIns="0" rIns="0" bIns="0"/>
          <a:lstStyle>
            <a:lvl1pPr marL="0" indent="0">
              <a:lnSpc>
                <a:spcPct val="100000"/>
              </a:lnSpc>
              <a:buFontTx/>
              <a:buNone/>
              <a:defRPr sz="1600" b="0" i="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5"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450603"/>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9542"/>
            <a:ext cx="6668019" cy="488301"/>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5"/>
          <p:cNvSpPr>
            <a:spLocks noGrp="1"/>
          </p:cNvSpPr>
          <p:nvPr>
            <p:ph type="body" sz="quarter" idx="11"/>
          </p:nvPr>
        </p:nvSpPr>
        <p:spPr>
          <a:xfrm>
            <a:off x="827583" y="1347635"/>
            <a:ext cx="6740030" cy="3404603"/>
          </a:xfrm>
          <a:prstGeom prst="rect">
            <a:avLst/>
          </a:prstGeom>
        </p:spPr>
        <p:txBody>
          <a:bodyPr/>
          <a:lstStyle>
            <a:lvl1pPr marL="266700" indent="-266700">
              <a:buClr>
                <a:srgbClr val="16818D"/>
              </a:buClr>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600">
                <a:latin typeface="Calibri" panose="020F0502020204030204" pitchFamily="34" charset="0"/>
                <a:ea typeface="Calibri" panose="020F0502020204030204" pitchFamily="34" charset="0"/>
                <a:cs typeface="Calibri" panose="020F0502020204030204" pitchFamily="34" charset="0"/>
              </a:defRPr>
            </a:lvl2pPr>
            <a:lvl3pPr marL="8080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41" userDrawn="1">
          <p15:clr>
            <a:srgbClr val="FBAE40"/>
          </p15:clr>
        </p15:guide>
        <p15:guide id="2" pos="4768" userDrawn="1">
          <p15:clr>
            <a:srgbClr val="FBAE40"/>
          </p15:clr>
        </p15:guide>
        <p15:guide id="3"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7943"/>
            <a:ext cx="6668019" cy="47600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sz="quarter" idx="11"/>
          </p:nvPr>
        </p:nvSpPr>
        <p:spPr>
          <a:xfrm>
            <a:off x="840769" y="1346400"/>
            <a:ext cx="6726844" cy="3510074"/>
          </a:xfrm>
          <a:prstGeom prst="rect">
            <a:avLst/>
          </a:prstGeom>
        </p:spPr>
        <p:txBody>
          <a:bodyPr/>
          <a:lstStyle>
            <a:lvl1pPr marL="266700" indent="-266700">
              <a:buClr>
                <a:srgbClr val="16818D"/>
              </a:buClr>
              <a:buFont typeface="+mj-lt"/>
              <a:buAutoNum type="arabicPeriod"/>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6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9666" y="1368000"/>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9665" y="700088"/>
            <a:ext cx="6552655"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2"/>
          </p:nvPr>
        </p:nvSpPr>
        <p:spPr>
          <a:xfrm>
            <a:off x="4211961" y="1368000"/>
            <a:ext cx="3240360"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622766"/>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517" userDrawn="1">
          <p15:clr>
            <a:srgbClr val="FBAE40"/>
          </p15:clr>
        </p15:guide>
        <p15:guide id="4" pos="2653" userDrawn="1">
          <p15:clr>
            <a:srgbClr val="FBAE40"/>
          </p15:clr>
        </p15:guide>
        <p15:guide id="5" pos="464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900113"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900113" y="1368566"/>
            <a:ext cx="3167583"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10" name="Text Placeholder 5"/>
          <p:cNvSpPr>
            <a:spLocks noGrp="1"/>
          </p:cNvSpPr>
          <p:nvPr>
            <p:ph type="body" sz="quarter" idx="12" hasCustomPrompt="1"/>
          </p:nvPr>
        </p:nvSpPr>
        <p:spPr>
          <a:xfrm>
            <a:off x="4214194" y="1368566"/>
            <a:ext cx="3239119"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517" userDrawn="1">
          <p15:clr>
            <a:srgbClr val="FBAE40"/>
          </p15:clr>
        </p15:guide>
        <p15:guide id="4" pos="2653" userDrawn="1">
          <p15:clr>
            <a:srgbClr val="FBAE40"/>
          </p15:clr>
        </p15:guide>
        <p15:guide id="5" pos="464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120"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899120" y="1368678"/>
            <a:ext cx="3167583"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baseline="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10" name="Text Placeholder 5"/>
          <p:cNvSpPr>
            <a:spLocks noGrp="1"/>
          </p:cNvSpPr>
          <p:nvPr>
            <p:ph type="body" sz="quarter" idx="12" hasCustomPrompt="1"/>
          </p:nvPr>
        </p:nvSpPr>
        <p:spPr>
          <a:xfrm>
            <a:off x="4214194" y="1368678"/>
            <a:ext cx="3238126"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653" userDrawn="1">
          <p15:clr>
            <a:srgbClr val="FBAE40"/>
          </p15:clr>
        </p15:guide>
        <p15:guide id="4" pos="2517" userDrawn="1">
          <p15:clr>
            <a:srgbClr val="FBAE40"/>
          </p15:clr>
        </p15:guide>
        <p15:guide id="5" pos="464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1"/>
          </p:nvPr>
        </p:nvSpPr>
        <p:spPr>
          <a:xfrm>
            <a:off x="899592" y="1346637"/>
            <a:ext cx="6515620" cy="3403549"/>
          </a:xfrm>
          <a:prstGeom prst="rect">
            <a:avLst/>
          </a:prstGeom>
        </p:spPr>
        <p:txBody>
          <a:bodyPr/>
          <a:lstStyle/>
          <a:p>
            <a:pPr lvl="0"/>
            <a:endParaRPr lang="en-US" noProof="0" dirty="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534947"/>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8974" y="1402166"/>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8973"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2"/>
          </p:nvPr>
        </p:nvSpPr>
        <p:spPr>
          <a:xfrm>
            <a:off x="4284042" y="1402167"/>
            <a:ext cx="3816350" cy="3348019"/>
          </a:xfrm>
          <a:prstGeom prst="rect">
            <a:avLst/>
          </a:prstGeom>
        </p:spPr>
        <p:txBody>
          <a:bodyPr/>
          <a:lstStyle/>
          <a:p>
            <a:pPr lvl="0"/>
            <a:endParaRPr lang="en-US" noProof="0" dirty="0"/>
          </a:p>
        </p:txBody>
      </p:sp>
      <p:pic>
        <p:nvPicPr>
          <p:cNvPr id="8"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8611724"/>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pic>
        <p:nvPicPr>
          <p:cNvPr id="4"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2"/>
          <p:cNvSpPr>
            <a:spLocks noGrp="1"/>
          </p:cNvSpPr>
          <p:nvPr>
            <p:ph type="pic" sz="quarter" idx="13"/>
          </p:nvPr>
        </p:nvSpPr>
        <p:spPr>
          <a:xfrm>
            <a:off x="0" y="771550"/>
            <a:ext cx="9144000" cy="4371950"/>
          </a:xfrm>
          <a:prstGeom prst="rect">
            <a:avLst/>
          </a:prstGeom>
        </p:spPr>
        <p:txBody>
          <a:bodyPr/>
          <a:lstStyle/>
          <a:p>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dirty="0"/>
          </a:p>
        </p:txBody>
      </p:sp>
      <p:sp>
        <p:nvSpPr>
          <p:cNvPr id="6" name="Picture Placeholder 12"/>
          <p:cNvSpPr>
            <a:spLocks noGrp="1"/>
          </p:cNvSpPr>
          <p:nvPr>
            <p:ph type="pic" sz="quarter" idx="12"/>
          </p:nvPr>
        </p:nvSpPr>
        <p:spPr>
          <a:xfrm>
            <a:off x="0" y="1059582"/>
            <a:ext cx="3024188" cy="4083918"/>
          </a:xfrm>
          <a:prstGeom prst="rect">
            <a:avLst/>
          </a:prstGeom>
        </p:spPr>
        <p:txBody>
          <a:bodyPr/>
          <a:lstStyle/>
          <a:p>
            <a:endParaRPr lang="en-US" dirty="0"/>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dirty="0"/>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dirty="0"/>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5673224"/>
      </p:ext>
    </p:extLst>
  </p:cSld>
  <p:clrMapOvr>
    <a:masterClrMapping/>
  </p:clrMapOvr>
  <p:transition spd="slow">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1938" userDrawn="1">
          <p15:clr>
            <a:srgbClr val="FBAE40"/>
          </p15:clr>
        </p15:guide>
        <p15:guide id="4" orient="horz" pos="191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dirty="0"/>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dirty="0"/>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dirty="0"/>
          </a:p>
        </p:txBody>
      </p:sp>
      <p:sp>
        <p:nvSpPr>
          <p:cNvPr id="9" name="Text Placeholder 5"/>
          <p:cNvSpPr>
            <a:spLocks noGrp="1"/>
          </p:cNvSpPr>
          <p:nvPr>
            <p:ph type="body" sz="quarter" idx="15" hasCustomPrompt="1"/>
          </p:nvPr>
        </p:nvSpPr>
        <p:spPr>
          <a:xfrm>
            <a:off x="458065" y="1059582"/>
            <a:ext cx="2385743" cy="3600400"/>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pic>
        <p:nvPicPr>
          <p:cNvPr id="10"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4470880"/>
      </p:ext>
    </p:extLst>
  </p:cSld>
  <p:clrMapOvr>
    <a:masterClrMapping/>
  </p:clrMapOvr>
  <p:transition spd="slow">
    <p:fade/>
  </p:transition>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1938">
          <p15:clr>
            <a:srgbClr val="FBAE40"/>
          </p15:clr>
        </p15:guide>
        <p15:guide id="4" orient="horz" pos="1913">
          <p15:clr>
            <a:srgbClr val="FBAE40"/>
          </p15:clr>
        </p15:guide>
        <p15:guide id="5" pos="3833" userDrawn="1">
          <p15:clr>
            <a:srgbClr val="FBAE40"/>
          </p15:clr>
        </p15:guide>
        <p15:guide id="6" pos="385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ext Placeholder 12"/>
          <p:cNvSpPr>
            <a:spLocks noGrp="1"/>
          </p:cNvSpPr>
          <p:nvPr>
            <p:ph type="body" sz="quarter" idx="12"/>
          </p:nvPr>
        </p:nvSpPr>
        <p:spPr>
          <a:xfrm>
            <a:off x="1042988" y="1131590"/>
            <a:ext cx="7058025" cy="2880320"/>
          </a:xfrm>
          <a:prstGeom prst="rect">
            <a:avLst/>
          </a:prstGeom>
        </p:spPr>
        <p:txBody>
          <a:bodyPr/>
          <a:lstStyle>
            <a:lvl1pPr marL="0" indent="0">
              <a:lnSpc>
                <a:spcPts val="3600"/>
              </a:lnSpc>
              <a:buNone/>
              <a:defRPr sz="2800" b="0" i="1" baseline="0">
                <a:solidFill>
                  <a:srgbClr val="16818D"/>
                </a:solidFill>
                <a:latin typeface="Calibri" panose="020F0502020204030204" pitchFamily="34" charset="0"/>
              </a:defRPr>
            </a:lvl1pPr>
            <a:lvl2pPr marL="609600" indent="0">
              <a:lnSpc>
                <a:spcPts val="3600"/>
              </a:lnSpc>
              <a:buNone/>
              <a:defRPr sz="2800" b="0" i="1" baseline="0">
                <a:solidFill>
                  <a:srgbClr val="16818D"/>
                </a:solidFill>
                <a:latin typeface="Calibri" panose="020F0502020204030204" pitchFamily="34" charset="0"/>
              </a:defRPr>
            </a:lvl2pPr>
            <a:lvl3pPr marL="1219200" indent="0">
              <a:lnSpc>
                <a:spcPts val="3600"/>
              </a:lnSpc>
              <a:buNone/>
              <a:defRPr sz="2800" b="0" i="1" baseline="0">
                <a:solidFill>
                  <a:srgbClr val="16818D"/>
                </a:solidFill>
                <a:latin typeface="Calibri" panose="020F0502020204030204" pitchFamily="34" charset="0"/>
              </a:defRPr>
            </a:lvl3pPr>
            <a:lvl4pPr marL="1828800" indent="0">
              <a:lnSpc>
                <a:spcPts val="3600"/>
              </a:lnSpc>
              <a:buNone/>
              <a:defRPr sz="2800" b="0" i="1" baseline="0">
                <a:solidFill>
                  <a:srgbClr val="16818D"/>
                </a:solidFill>
                <a:latin typeface="Calibri" panose="020F0502020204030204" pitchFamily="34" charset="0"/>
              </a:defRPr>
            </a:lvl4pPr>
            <a:lvl5pPr marL="2438400" indent="0">
              <a:lnSpc>
                <a:spcPts val="3600"/>
              </a:lnSpc>
              <a:buNone/>
              <a:defRPr sz="2800" b="0" i="1"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14"/>
          <p:cNvSpPr>
            <a:spLocks noGrp="1"/>
          </p:cNvSpPr>
          <p:nvPr>
            <p:ph type="body" sz="quarter" idx="13"/>
          </p:nvPr>
        </p:nvSpPr>
        <p:spPr>
          <a:xfrm>
            <a:off x="1042988" y="4327103"/>
            <a:ext cx="7058025" cy="620911"/>
          </a:xfrm>
          <a:prstGeom prst="rect">
            <a:avLst/>
          </a:prstGeom>
        </p:spPr>
        <p:txBody>
          <a:bodyPr/>
          <a:lstStyle>
            <a:lvl1pPr marL="0" indent="0" algn="r">
              <a:lnSpc>
                <a:spcPts val="1800"/>
              </a:lnSpc>
              <a:buNone/>
              <a:defRPr sz="1200" baseline="0">
                <a:solidFill>
                  <a:schemeClr val="tx1"/>
                </a:solidFill>
                <a:latin typeface="Calibri" panose="020F0502020204030204" pitchFamily="34" charset="0"/>
              </a:defRPr>
            </a:lvl1pPr>
            <a:lvl2pPr marL="609600" indent="0" algn="r">
              <a:lnSpc>
                <a:spcPts val="1800"/>
              </a:lnSpc>
              <a:buNone/>
              <a:defRPr sz="1200" baseline="0">
                <a:solidFill>
                  <a:schemeClr val="tx1"/>
                </a:solidFill>
                <a:latin typeface="Calibri" panose="020F0502020204030204" pitchFamily="34" charset="0"/>
              </a:defRPr>
            </a:lvl2pPr>
            <a:lvl3pPr marL="1219200" indent="0" algn="r">
              <a:lnSpc>
                <a:spcPts val="1800"/>
              </a:lnSpc>
              <a:buNone/>
              <a:defRPr sz="1200" baseline="0">
                <a:solidFill>
                  <a:schemeClr val="tx1"/>
                </a:solidFill>
                <a:latin typeface="Calibri" panose="020F0502020204030204" pitchFamily="34" charset="0"/>
              </a:defRPr>
            </a:lvl3pPr>
            <a:lvl4pPr marL="1828800" indent="0" algn="r">
              <a:lnSpc>
                <a:spcPts val="1800"/>
              </a:lnSpc>
              <a:buNone/>
              <a:defRPr sz="1200" baseline="0">
                <a:solidFill>
                  <a:schemeClr val="tx1"/>
                </a:solidFill>
                <a:latin typeface="Calibri" panose="020F0502020204030204" pitchFamily="34" charset="0"/>
              </a:defRPr>
            </a:lvl4pPr>
            <a:lvl5pPr marL="2438400" indent="0" algn="r">
              <a:lnSpc>
                <a:spcPts val="1800"/>
              </a:lnSpc>
              <a:buNone/>
              <a:defRPr sz="12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1644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ext Placeholder 12"/>
          <p:cNvSpPr>
            <a:spLocks noGrp="1"/>
          </p:cNvSpPr>
          <p:nvPr>
            <p:ph type="body" sz="quarter" idx="12" hasCustomPrompt="1"/>
          </p:nvPr>
        </p:nvSpPr>
        <p:spPr>
          <a:xfrm>
            <a:off x="215403" y="1995686"/>
            <a:ext cx="4283969" cy="1872208"/>
          </a:xfrm>
          <a:prstGeom prst="rect">
            <a:avLst/>
          </a:prstGeom>
        </p:spPr>
        <p:txBody>
          <a:bodyPr/>
          <a:lstStyle>
            <a:lvl1pPr marL="0" indent="0" algn="r">
              <a:lnSpc>
                <a:spcPts val="9600"/>
              </a:lnSpc>
              <a:buNone/>
              <a:defRPr sz="130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4" name="Text Placeholder 14"/>
          <p:cNvSpPr>
            <a:spLocks noGrp="1"/>
          </p:cNvSpPr>
          <p:nvPr>
            <p:ph type="body" sz="quarter" idx="13"/>
          </p:nvPr>
        </p:nvSpPr>
        <p:spPr>
          <a:xfrm>
            <a:off x="4715395" y="2012765"/>
            <a:ext cx="3601021" cy="1855129"/>
          </a:xfrm>
          <a:prstGeom prst="rect">
            <a:avLst/>
          </a:prstGeom>
        </p:spPr>
        <p:txBody>
          <a:bodyPr/>
          <a:lstStyle>
            <a:lvl1pPr marL="0" indent="0" algn="l">
              <a:lnSpc>
                <a:spcPts val="2200"/>
              </a:lnSpc>
              <a:buNone/>
              <a:defRPr sz="1800" baseline="0">
                <a:solidFill>
                  <a:srgbClr val="16818D"/>
                </a:solidFill>
                <a:latin typeface="Calibri" panose="020F0502020204030204" pitchFamily="34" charset="0"/>
              </a:defRPr>
            </a:lvl1pPr>
            <a:lvl2pPr marL="609600" indent="0" algn="l">
              <a:lnSpc>
                <a:spcPts val="2200"/>
              </a:lnSpc>
              <a:buNone/>
              <a:defRPr sz="1800" baseline="0">
                <a:solidFill>
                  <a:srgbClr val="16818D"/>
                </a:solidFill>
                <a:latin typeface="Calibri" panose="020F0502020204030204" pitchFamily="34" charset="0"/>
              </a:defRPr>
            </a:lvl2pPr>
            <a:lvl3pPr marL="1219200" indent="0" algn="l">
              <a:lnSpc>
                <a:spcPts val="2200"/>
              </a:lnSpc>
              <a:buNone/>
              <a:defRPr sz="1800" baseline="0">
                <a:solidFill>
                  <a:srgbClr val="16818D"/>
                </a:solidFill>
                <a:latin typeface="Calibri" panose="020F0502020204030204" pitchFamily="34" charset="0"/>
              </a:defRPr>
            </a:lvl3pPr>
            <a:lvl4pPr marL="1828800" indent="0" algn="l">
              <a:lnSpc>
                <a:spcPts val="2200"/>
              </a:lnSpc>
              <a:buNone/>
              <a:defRPr sz="1800" baseline="0">
                <a:solidFill>
                  <a:srgbClr val="16818D"/>
                </a:solidFill>
                <a:latin typeface="Calibri" panose="020F0502020204030204" pitchFamily="34" charset="0"/>
              </a:defRPr>
            </a:lvl4pPr>
            <a:lvl5pPr marL="2438400" indent="0" algn="l">
              <a:lnSpc>
                <a:spcPts val="2200"/>
              </a:lnSpc>
              <a:buNone/>
              <a:defRPr sz="1800"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14"/>
          <p:cNvSpPr>
            <a:spLocks noGrp="1"/>
          </p:cNvSpPr>
          <p:nvPr>
            <p:ph type="body" sz="quarter" idx="14"/>
          </p:nvPr>
        </p:nvSpPr>
        <p:spPr>
          <a:xfrm>
            <a:off x="970980" y="4155926"/>
            <a:ext cx="7129412" cy="648295"/>
          </a:xfrm>
          <a:prstGeom prst="rect">
            <a:avLst/>
          </a:prstGeom>
        </p:spPr>
        <p:txBody>
          <a:bodyPr/>
          <a:lstStyle>
            <a:lvl1pPr marL="0" indent="0" algn="r">
              <a:lnSpc>
                <a:spcPts val="1400"/>
              </a:lnSpc>
              <a:buNone/>
              <a:defRPr sz="1000" baseline="0">
                <a:solidFill>
                  <a:schemeClr val="tx1"/>
                </a:solidFill>
                <a:latin typeface="Calibri" panose="020F0502020204030204" pitchFamily="34" charset="0"/>
              </a:defRPr>
            </a:lvl1pPr>
            <a:lvl2pPr marL="609600" indent="0" algn="r">
              <a:lnSpc>
                <a:spcPts val="1400"/>
              </a:lnSpc>
              <a:buNone/>
              <a:defRPr sz="1000" baseline="0">
                <a:solidFill>
                  <a:schemeClr val="tx1"/>
                </a:solidFill>
                <a:latin typeface="Calibri" panose="020F0502020204030204" pitchFamily="34" charset="0"/>
              </a:defRPr>
            </a:lvl2pPr>
            <a:lvl3pPr marL="1219200" indent="0" algn="r">
              <a:lnSpc>
                <a:spcPts val="1400"/>
              </a:lnSpc>
              <a:buNone/>
              <a:defRPr sz="1000" baseline="0">
                <a:solidFill>
                  <a:schemeClr val="tx1"/>
                </a:solidFill>
                <a:latin typeface="Calibri" panose="020F0502020204030204" pitchFamily="34" charset="0"/>
              </a:defRPr>
            </a:lvl3pPr>
            <a:lvl4pPr marL="1828800" indent="0" algn="r">
              <a:lnSpc>
                <a:spcPts val="1400"/>
              </a:lnSpc>
              <a:buNone/>
              <a:defRPr sz="1000" baseline="0">
                <a:solidFill>
                  <a:schemeClr val="tx1"/>
                </a:solidFill>
                <a:latin typeface="Calibri" panose="020F0502020204030204" pitchFamily="34" charset="0"/>
              </a:defRPr>
            </a:lvl4pPr>
            <a:lvl5pPr marL="2438400" indent="0" algn="r">
              <a:lnSpc>
                <a:spcPts val="1400"/>
              </a:lnSpc>
              <a:buNone/>
              <a:defRPr sz="10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0263878"/>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519523"/>
            <a:ext cx="7886700" cy="540060"/>
          </a:xfrm>
        </p:spPr>
        <p:txBody>
          <a:bodyPr/>
          <a:lstStyle/>
          <a:p>
            <a:r>
              <a:rPr lang="en-US" dirty="0"/>
              <a:t>Click to edit Master title style</a:t>
            </a:r>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059582"/>
            <a:ext cx="9144000" cy="4463393"/>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3620494222"/>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436610"/>
            <a:ext cx="5689524" cy="1567189"/>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2" y="1437624"/>
            <a:ext cx="1219139" cy="201811"/>
          </a:xfrm>
          <a:prstGeom prst="rect">
            <a:avLst/>
          </a:prstGeom>
        </p:spPr>
        <p:txBody>
          <a:bodyPr lIns="0" tIns="0" rIns="0" bIns="0"/>
          <a:lstStyle>
            <a:lvl1pPr marL="0" indent="0" algn="l">
              <a:lnSpc>
                <a:spcPts val="975"/>
              </a:lnSpc>
              <a:spcBef>
                <a:spcPts val="0"/>
              </a:spcBef>
              <a:buFontTx/>
              <a:buNone/>
              <a:defRPr sz="1350" b="0" i="0">
                <a:solidFill>
                  <a:schemeClr val="bg1"/>
                </a:solidFill>
                <a:latin typeface="+mj-lt"/>
                <a:ea typeface="Calibri" panose="020F0502020204030204" pitchFamily="34" charset="0"/>
                <a:cs typeface="Calibri" panose="020F0502020204030204" pitchFamily="34"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1" y="1742803"/>
            <a:ext cx="1219139" cy="504911"/>
          </a:xfrm>
          <a:prstGeom prst="rect">
            <a:avLst/>
          </a:prstGeom>
        </p:spPr>
        <p:txBody>
          <a:bodyPr lIns="0" tIns="0" rIns="0" bIns="0"/>
          <a:lstStyle>
            <a:lvl1pPr marL="0" indent="0" algn="l">
              <a:lnSpc>
                <a:spcPct val="100000"/>
              </a:lnSpc>
              <a:spcBef>
                <a:spcPts val="0"/>
              </a:spcBef>
              <a:buFontTx/>
              <a:buNone/>
              <a:defRPr sz="135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5" y="2293242"/>
            <a:ext cx="1219139" cy="504911"/>
          </a:xfrm>
          <a:prstGeom prst="rect">
            <a:avLst/>
          </a:prstGeom>
        </p:spPr>
        <p:txBody>
          <a:bodyPr lIns="0" tIns="0" rIns="0" bIns="0"/>
          <a:lstStyle>
            <a:lvl1pPr marL="0" indent="0" algn="l">
              <a:lnSpc>
                <a:spcPct val="100000"/>
              </a:lnSpc>
              <a:spcBef>
                <a:spcPts val="0"/>
              </a:spcBef>
              <a:buFontTx/>
              <a:buNone/>
              <a:defRPr sz="150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6" y="4029912"/>
            <a:ext cx="1219139" cy="432048"/>
          </a:xfrm>
          <a:prstGeom prst="rect">
            <a:avLst/>
          </a:prstGeom>
        </p:spPr>
        <p:txBody>
          <a:bodyPr lIns="0" tIns="0" rIns="0" bIns="0"/>
          <a:lstStyle>
            <a:lvl1pPr marL="0" indent="0" algn="l">
              <a:lnSpc>
                <a:spcPct val="100000"/>
              </a:lnSpc>
              <a:spcBef>
                <a:spcPts val="0"/>
              </a:spcBef>
              <a:buFontTx/>
              <a:buNone/>
              <a:defRPr sz="1350" b="0" i="0">
                <a:solidFill>
                  <a:schemeClr val="bg1"/>
                </a:solidFill>
                <a:latin typeface="+mn-lt"/>
                <a:ea typeface="Calibri" panose="020F0502020204030204" pitchFamily="34" charset="0"/>
                <a:cs typeface="Calibri" panose="020F0502020204030204" pitchFamily="34" charset="0"/>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437624"/>
            <a:ext cx="0" cy="2851659"/>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67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3067419"/>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480542"/>
            <a:ext cx="6515620" cy="994172"/>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3165872"/>
            <a:ext cx="6515620" cy="452328"/>
          </a:xfrm>
          <a:prstGeom prst="rect">
            <a:avLst/>
          </a:prstGeom>
        </p:spPr>
        <p:txBody>
          <a:bodyPr lIns="0" tIns="0" rIns="0" bIns="0"/>
          <a:lstStyle>
            <a:lvl1pPr marL="0" indent="0">
              <a:lnSpc>
                <a:spcPct val="100000"/>
              </a:lnSpc>
              <a:buFontTx/>
              <a:buNone/>
              <a:defRPr sz="1350" b="0" i="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655975314"/>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517276"/>
            <a:ext cx="7886700" cy="758331"/>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275606"/>
            <a:ext cx="6551612" cy="3456384"/>
          </a:xfrm>
          <a:prstGeom prst="rect">
            <a:avLst/>
          </a:prstGeom>
        </p:spPr>
        <p:txBody>
          <a:bodyPr lIns="0" tIns="0" rIns="0" bIns="0"/>
          <a:lstStyle>
            <a:lvl1pPr marL="200025" indent="-192881">
              <a:buClr>
                <a:srgbClr val="7A7392"/>
              </a:buClr>
              <a:tabLst/>
              <a:defRPr sz="1500">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a:defRPr sz="1200">
                <a:latin typeface="Tahoma" panose="020B0604030504040204" pitchFamily="34" charset="0"/>
                <a:ea typeface="Tahoma" panose="020B0604030504040204" pitchFamily="34" charset="0"/>
                <a:cs typeface="Tahoma" panose="020B0604030504040204" pitchFamily="34" charset="0"/>
              </a:defRPr>
            </a:lvl4pPr>
            <a:lvl5pPr>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986448349"/>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515711"/>
            <a:ext cx="7886700" cy="75944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275160"/>
            <a:ext cx="6551612" cy="3349228"/>
          </a:xfrm>
          <a:prstGeom prst="rect">
            <a:avLst/>
          </a:prstGeom>
        </p:spPr>
        <p:txBody>
          <a:bodyPr lIns="0" tIns="0" rIns="0" bIns="0"/>
          <a:lstStyle>
            <a:lvl1pPr marL="200025" indent="-200025">
              <a:buClr>
                <a:srgbClr val="7A7392"/>
              </a:buClr>
              <a:buFont typeface="+mj-lt"/>
              <a:buAutoNum type="arabicPeriod"/>
              <a:defRPr sz="1500">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17573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4pPr>
            <a:lvl5pPr marL="22145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20929761"/>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519523"/>
            <a:ext cx="7886700" cy="702078"/>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7" name="Text Placeholder 6"/>
          <p:cNvSpPr>
            <a:spLocks noGrp="1"/>
          </p:cNvSpPr>
          <p:nvPr>
            <p:ph type="body" sz="quarter" idx="12"/>
          </p:nvPr>
        </p:nvSpPr>
        <p:spPr>
          <a:xfrm>
            <a:off x="4284664"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779638575"/>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519523"/>
            <a:ext cx="7886700" cy="702078"/>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1168381779"/>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519523"/>
            <a:ext cx="7886700" cy="702078"/>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baseline="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3226657349"/>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519523"/>
            <a:ext cx="7886700" cy="646548"/>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166070"/>
            <a:ext cx="6515620" cy="340354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3704791179"/>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519523"/>
            <a:ext cx="7886700" cy="702077"/>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3" name="Chart Placeholder 2"/>
          <p:cNvSpPr>
            <a:spLocks noGrp="1"/>
          </p:cNvSpPr>
          <p:nvPr>
            <p:ph type="chart" sz="quarter" idx="12"/>
          </p:nvPr>
        </p:nvSpPr>
        <p:spPr>
          <a:xfrm>
            <a:off x="4284663" y="1221600"/>
            <a:ext cx="3816350" cy="334801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1273643412"/>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519523"/>
            <a:ext cx="7886700" cy="54006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059582"/>
            <a:ext cx="9144000" cy="4463393"/>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1053258722"/>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3" y="519523"/>
            <a:ext cx="7454131" cy="576267"/>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095789"/>
            <a:ext cx="3024188" cy="4047711"/>
          </a:xfrm>
          <a:prstGeom prst="rect">
            <a:avLst/>
          </a:prstGeom>
        </p:spPr>
        <p:txBody>
          <a:bodyPr/>
          <a:lstStyle/>
          <a:p>
            <a:r>
              <a:rPr lang="en-US" dirty="0"/>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095790"/>
            <a:ext cx="3020316" cy="1987929"/>
          </a:xfrm>
          <a:prstGeom prst="rect">
            <a:avLst/>
          </a:prstGeom>
        </p:spPr>
        <p:txBody>
          <a:bodyPr/>
          <a:lstStyle/>
          <a:p>
            <a:r>
              <a:rPr lang="en-US" dirty="0"/>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3112294"/>
            <a:ext cx="3020316" cy="2031206"/>
          </a:xfrm>
          <a:prstGeom prst="rect">
            <a:avLst/>
          </a:prstGeom>
        </p:spPr>
        <p:txBody>
          <a:bodyPr/>
          <a:lstStyle/>
          <a:p>
            <a:r>
              <a:rPr lang="en-US" dirty="0"/>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6" y="1095789"/>
            <a:ext cx="3025775" cy="4047711"/>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2769599819"/>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567">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519523"/>
            <a:ext cx="7886700" cy="576267"/>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6" y="1095789"/>
            <a:ext cx="254707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095789"/>
            <a:ext cx="3043238" cy="4047711"/>
          </a:xfrm>
          <a:prstGeom prst="rect">
            <a:avLst/>
          </a:prstGeom>
        </p:spPr>
        <p:txBody>
          <a:bodyPr/>
          <a:lstStyle/>
          <a:p>
            <a:r>
              <a:rPr lang="en-US" dirty="0"/>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3109912"/>
            <a:ext cx="3022600" cy="2033588"/>
          </a:xfrm>
          <a:prstGeom prst="rect">
            <a:avLst/>
          </a:prstGeom>
        </p:spPr>
        <p:txBody>
          <a:bodyPr/>
          <a:lstStyle/>
          <a:p>
            <a:r>
              <a:rPr lang="en-US" dirty="0"/>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1" y="1095790"/>
            <a:ext cx="3022599" cy="1987929"/>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4022271230"/>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519523"/>
            <a:ext cx="7886700" cy="897732"/>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9" y="1437624"/>
            <a:ext cx="7058025" cy="2646294"/>
          </a:xfrm>
          <a:prstGeom prst="rect">
            <a:avLst/>
          </a:prstGeom>
        </p:spPr>
        <p:txBody>
          <a:bodyPr/>
          <a:lstStyle>
            <a:lvl1pPr marL="0" indent="0">
              <a:lnSpc>
                <a:spcPts val="2700"/>
              </a:lnSpc>
              <a:buNone/>
              <a:defRPr sz="2100" b="0" i="1" baseline="0">
                <a:solidFill>
                  <a:srgbClr val="7A7392"/>
                </a:solidFill>
                <a:latin typeface="+mj-lt"/>
              </a:defRPr>
            </a:lvl1pPr>
            <a:lvl2pPr marL="457200" indent="0">
              <a:lnSpc>
                <a:spcPts val="2700"/>
              </a:lnSpc>
              <a:buNone/>
              <a:defRPr sz="2100" b="0" i="1" baseline="0">
                <a:solidFill>
                  <a:srgbClr val="7A7392"/>
                </a:solidFill>
                <a:latin typeface="+mj-lt"/>
              </a:defRPr>
            </a:lvl2pPr>
            <a:lvl3pPr marL="914400" indent="0">
              <a:lnSpc>
                <a:spcPts val="2700"/>
              </a:lnSpc>
              <a:buNone/>
              <a:defRPr sz="2100" b="0" i="1" baseline="0">
                <a:solidFill>
                  <a:srgbClr val="7A7392"/>
                </a:solidFill>
                <a:latin typeface="+mj-lt"/>
              </a:defRPr>
            </a:lvl3pPr>
            <a:lvl4pPr marL="1371600" indent="0">
              <a:lnSpc>
                <a:spcPts val="2700"/>
              </a:lnSpc>
              <a:buNone/>
              <a:defRPr sz="2100" b="0" i="1" baseline="0">
                <a:solidFill>
                  <a:srgbClr val="7A7392"/>
                </a:solidFill>
                <a:latin typeface="+mj-lt"/>
              </a:defRPr>
            </a:lvl4pPr>
            <a:lvl5pPr marL="1828800" indent="0">
              <a:lnSpc>
                <a:spcPts val="2700"/>
              </a:lnSpc>
              <a:buNone/>
              <a:defRPr sz="2100" b="0" i="1" baseline="0">
                <a:solidFill>
                  <a:srgbClr val="7A7392"/>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p:cNvSpPr>
            <a:spLocks noGrp="1"/>
          </p:cNvSpPr>
          <p:nvPr>
            <p:ph type="body" sz="quarter" idx="13"/>
          </p:nvPr>
        </p:nvSpPr>
        <p:spPr>
          <a:xfrm>
            <a:off x="1042989" y="4245769"/>
            <a:ext cx="7058025" cy="897731"/>
          </a:xfrm>
          <a:prstGeom prst="rect">
            <a:avLst/>
          </a:prstGeom>
        </p:spPr>
        <p:txBody>
          <a:bodyPr/>
          <a:lstStyle>
            <a:lvl1pPr marL="0" indent="0" algn="r">
              <a:lnSpc>
                <a:spcPts val="1350"/>
              </a:lnSpc>
              <a:buNone/>
              <a:defRPr sz="1350" baseline="0">
                <a:solidFill>
                  <a:schemeClr val="tx1"/>
                </a:solidFill>
                <a:latin typeface="+mn-lt"/>
              </a:defRPr>
            </a:lvl1pPr>
            <a:lvl2pPr marL="457200" indent="0" algn="r">
              <a:lnSpc>
                <a:spcPts val="1350"/>
              </a:lnSpc>
              <a:buNone/>
              <a:defRPr sz="1350" baseline="0">
                <a:solidFill>
                  <a:schemeClr val="tx1"/>
                </a:solidFill>
                <a:latin typeface="+mn-lt"/>
              </a:defRPr>
            </a:lvl2pPr>
            <a:lvl3pPr marL="914400" indent="0" algn="r">
              <a:lnSpc>
                <a:spcPts val="1350"/>
              </a:lnSpc>
              <a:buNone/>
              <a:defRPr sz="1350" baseline="0">
                <a:solidFill>
                  <a:schemeClr val="tx1"/>
                </a:solidFill>
                <a:latin typeface="+mn-lt"/>
              </a:defRPr>
            </a:lvl3pPr>
            <a:lvl4pPr marL="1371600" indent="0" algn="r">
              <a:lnSpc>
                <a:spcPts val="1350"/>
              </a:lnSpc>
              <a:buNone/>
              <a:defRPr sz="1350" baseline="0">
                <a:solidFill>
                  <a:schemeClr val="tx1"/>
                </a:solidFill>
                <a:latin typeface="+mn-lt"/>
              </a:defRPr>
            </a:lvl4pPr>
            <a:lvl5pPr marL="1828800" indent="0" algn="r">
              <a:lnSpc>
                <a:spcPts val="1350"/>
              </a:lnSpc>
              <a:buNone/>
              <a:defRPr sz="1350" baseline="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147485"/>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4" y="2139702"/>
            <a:ext cx="4283969" cy="1944216"/>
          </a:xfrm>
          <a:prstGeom prst="rect">
            <a:avLst/>
          </a:prstGeom>
        </p:spPr>
        <p:txBody>
          <a:bodyPr/>
          <a:lstStyle>
            <a:lvl1pPr marL="0" indent="0" algn="r">
              <a:lnSpc>
                <a:spcPts val="7200"/>
              </a:lnSpc>
              <a:buNone/>
              <a:defRPr sz="9750" b="0" i="0" baseline="0">
                <a:solidFill>
                  <a:srgbClr val="7A7392"/>
                </a:solidFill>
                <a:latin typeface="+mj-lt"/>
                <a:ea typeface="Calibri" panose="020F0502020204030204" pitchFamily="34" charset="0"/>
                <a:cs typeface="Calibri" panose="020F0502020204030204" pitchFamily="34" charset="0"/>
              </a:defRPr>
            </a:lvl1pPr>
            <a:lvl2pPr marL="457200" indent="0" algn="r">
              <a:lnSpc>
                <a:spcPts val="2700"/>
              </a:lnSpc>
              <a:buNone/>
              <a:defRPr sz="7200" b="0" i="0" baseline="0">
                <a:solidFill>
                  <a:schemeClr val="bg1"/>
                </a:solidFill>
                <a:latin typeface="Georgia" charset="0"/>
                <a:ea typeface="Georgia" charset="0"/>
                <a:cs typeface="Georgia" charset="0"/>
              </a:defRPr>
            </a:lvl2pPr>
            <a:lvl3pPr marL="914400" indent="0" algn="r">
              <a:lnSpc>
                <a:spcPts val="2700"/>
              </a:lnSpc>
              <a:buNone/>
              <a:defRPr sz="7200" b="0" i="0" baseline="0">
                <a:solidFill>
                  <a:schemeClr val="bg1"/>
                </a:solidFill>
                <a:latin typeface="Georgia" charset="0"/>
                <a:ea typeface="Georgia" charset="0"/>
                <a:cs typeface="Georgia" charset="0"/>
              </a:defRPr>
            </a:lvl3pPr>
            <a:lvl4pPr marL="1371600" indent="0" algn="r">
              <a:lnSpc>
                <a:spcPts val="2700"/>
              </a:lnSpc>
              <a:buNone/>
              <a:defRPr sz="7200" b="0" i="0" baseline="0">
                <a:solidFill>
                  <a:schemeClr val="bg1"/>
                </a:solidFill>
                <a:latin typeface="Georgia" charset="0"/>
                <a:ea typeface="Georgia" charset="0"/>
                <a:cs typeface="Georgia" charset="0"/>
              </a:defRPr>
            </a:lvl4pPr>
            <a:lvl5pPr marL="1828800" indent="0" algn="r">
              <a:lnSpc>
                <a:spcPts val="2700"/>
              </a:lnSpc>
              <a:buNone/>
              <a:defRPr sz="72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139554"/>
            <a:ext cx="3656012" cy="1944290"/>
          </a:xfrm>
          <a:prstGeom prst="rect">
            <a:avLst/>
          </a:prstGeom>
        </p:spPr>
        <p:txBody>
          <a:bodyPr/>
          <a:lstStyle>
            <a:lvl1pPr>
              <a:defRPr sz="1500">
                <a:solidFill>
                  <a:srgbClr val="7A7392"/>
                </a:solidFill>
              </a:defRPr>
            </a:lvl1pPr>
            <a:lvl2pPr marL="457200" indent="0">
              <a:buNone/>
              <a:defRPr sz="1500">
                <a:solidFill>
                  <a:srgbClr val="7A7392"/>
                </a:solidFill>
              </a:defRPr>
            </a:lvl2pPr>
            <a:lvl3pPr marL="914400" indent="0">
              <a:buNone/>
              <a:defRPr sz="1500">
                <a:solidFill>
                  <a:srgbClr val="7A7392"/>
                </a:solidFill>
              </a:defRPr>
            </a:lvl3pPr>
            <a:lvl4pPr marL="1371600" indent="0">
              <a:buNone/>
              <a:defRPr sz="1500">
                <a:solidFill>
                  <a:srgbClr val="7A7392"/>
                </a:solidFill>
              </a:defRPr>
            </a:lvl4pPr>
            <a:lvl5pPr marL="1828800" indent="0">
              <a:buNone/>
              <a:defRPr sz="1500">
                <a:solidFill>
                  <a:srgbClr val="7A739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14"/>
          <p:cNvSpPr>
            <a:spLocks noGrp="1"/>
          </p:cNvSpPr>
          <p:nvPr>
            <p:ph type="body" sz="quarter" idx="14"/>
          </p:nvPr>
        </p:nvSpPr>
        <p:spPr>
          <a:xfrm>
            <a:off x="970980" y="4245769"/>
            <a:ext cx="7129412" cy="486221"/>
          </a:xfrm>
          <a:prstGeom prst="rect">
            <a:avLst/>
          </a:prstGeom>
        </p:spPr>
        <p:txBody>
          <a:bodyPr/>
          <a:lstStyle>
            <a:lvl1pPr marL="0" indent="0" algn="r">
              <a:lnSpc>
                <a:spcPts val="1050"/>
              </a:lnSpc>
              <a:buNone/>
              <a:defRPr sz="1350" baseline="0">
                <a:solidFill>
                  <a:schemeClr val="tx1"/>
                </a:solidFill>
                <a:latin typeface="Calibri" panose="020F0502020204030204" pitchFamily="34" charset="0"/>
              </a:defRPr>
            </a:lvl1pPr>
            <a:lvl2pPr marL="457200" indent="0" algn="r">
              <a:lnSpc>
                <a:spcPts val="1050"/>
              </a:lnSpc>
              <a:buNone/>
              <a:defRPr sz="1350" baseline="0">
                <a:solidFill>
                  <a:schemeClr val="tx1"/>
                </a:solidFill>
                <a:latin typeface="Calibri" panose="020F0502020204030204" pitchFamily="34" charset="0"/>
              </a:defRPr>
            </a:lvl2pPr>
            <a:lvl3pPr marL="914400" indent="0" algn="r">
              <a:lnSpc>
                <a:spcPts val="1050"/>
              </a:lnSpc>
              <a:buNone/>
              <a:defRPr sz="1350" baseline="0">
                <a:solidFill>
                  <a:schemeClr val="tx1"/>
                </a:solidFill>
                <a:latin typeface="Calibri" panose="020F0502020204030204" pitchFamily="34" charset="0"/>
              </a:defRPr>
            </a:lvl3pPr>
            <a:lvl4pPr marL="1371600" indent="0" algn="r">
              <a:lnSpc>
                <a:spcPts val="1050"/>
              </a:lnSpc>
              <a:buNone/>
              <a:defRPr sz="1350" baseline="0">
                <a:solidFill>
                  <a:schemeClr val="tx1"/>
                </a:solidFill>
                <a:latin typeface="Calibri" panose="020F0502020204030204" pitchFamily="34" charset="0"/>
              </a:defRPr>
            </a:lvl4pPr>
            <a:lvl5pPr marL="1828800" indent="0" algn="r">
              <a:lnSpc>
                <a:spcPts val="1050"/>
              </a:lnSpc>
              <a:buNone/>
              <a:defRPr sz="1350" baseline="0">
                <a:solidFill>
                  <a:schemeClr val="tx1"/>
                </a:solidFill>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26348742"/>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184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082D4C2-97E8-4BA3-B8A0-4E5DD2F439B9}" type="datetime1">
              <a:rPr lang="en-GB" smtClean="0"/>
              <a:pPr/>
              <a:t>24/03/2026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6EBAB8-0DFC-4004-818C-309F5D0BCF20}" type="slidenum">
              <a:rPr lang="en-GB" smtClean="0"/>
              <a:pPr/>
              <a:t>‹#›</a:t>
            </a:fld>
            <a:endParaRPr lang="en-GB"/>
          </a:p>
        </p:txBody>
      </p:sp>
      <p:sp>
        <p:nvSpPr>
          <p:cNvPr id="2" name="Title 1"/>
          <p:cNvSpPr>
            <a:spLocks noGrp="1"/>
          </p:cNvSpPr>
          <p:nvPr>
            <p:ph type="title"/>
          </p:nvPr>
        </p:nvSpPr>
        <p:spPr/>
        <p:txBody>
          <a:bodyPr/>
          <a:lstStyle/>
          <a:p>
            <a:r>
              <a:rPr kumimoji="0" lang="en-US"/>
              <a:t>Click to edit Master title style</a:t>
            </a:r>
          </a:p>
        </p:txBody>
      </p:sp>
      <p:sp>
        <p:nvSpPr>
          <p:cNvPr id="11" name="Content Placeholder 10"/>
          <p:cNvSpPr>
            <a:spLocks noGrp="1"/>
          </p:cNvSpPr>
          <p:nvPr>
            <p:ph sz="half" idx="1"/>
          </p:nvPr>
        </p:nvSpPr>
        <p:spPr>
          <a:xfrm>
            <a:off x="457200" y="1143000"/>
            <a:ext cx="4059936" cy="34290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3" name="Content Placeholder 12"/>
          <p:cNvSpPr>
            <a:spLocks noGrp="1"/>
          </p:cNvSpPr>
          <p:nvPr>
            <p:ph sz="half" idx="2"/>
          </p:nvPr>
        </p:nvSpPr>
        <p:spPr>
          <a:xfrm>
            <a:off x="4648200" y="1143000"/>
            <a:ext cx="4059936" cy="34290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extLst>
      <p:ext uri="{BB962C8B-B14F-4D97-AF65-F5344CB8AC3E}">
        <p14:creationId xmlns:p14="http://schemas.microsoft.com/office/powerpoint/2010/main" val="9987954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436610"/>
            <a:ext cx="5689524" cy="1567189"/>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2" y="1437624"/>
            <a:ext cx="1219139" cy="201811"/>
          </a:xfrm>
          <a:prstGeom prst="rect">
            <a:avLst/>
          </a:prstGeom>
        </p:spPr>
        <p:txBody>
          <a:bodyPr lIns="0" tIns="0" rIns="0" bIns="0"/>
          <a:lstStyle>
            <a:lvl1pPr marL="0" indent="0" algn="l">
              <a:lnSpc>
                <a:spcPts val="975"/>
              </a:lnSpc>
              <a:spcBef>
                <a:spcPts val="0"/>
              </a:spcBef>
              <a:buFontTx/>
              <a:buNone/>
              <a:defRPr sz="1350" b="0" i="0">
                <a:solidFill>
                  <a:schemeClr val="bg1"/>
                </a:solidFill>
                <a:latin typeface="+mj-lt"/>
                <a:ea typeface="Calibri" panose="020F0502020204030204" pitchFamily="34" charset="0"/>
                <a:cs typeface="Calibri" panose="020F0502020204030204" pitchFamily="34"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1" y="1742803"/>
            <a:ext cx="1219139" cy="504911"/>
          </a:xfrm>
          <a:prstGeom prst="rect">
            <a:avLst/>
          </a:prstGeom>
        </p:spPr>
        <p:txBody>
          <a:bodyPr lIns="0" tIns="0" rIns="0" bIns="0"/>
          <a:lstStyle>
            <a:lvl1pPr marL="0" indent="0" algn="l">
              <a:lnSpc>
                <a:spcPct val="100000"/>
              </a:lnSpc>
              <a:spcBef>
                <a:spcPts val="0"/>
              </a:spcBef>
              <a:buFontTx/>
              <a:buNone/>
              <a:defRPr sz="135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5" y="2293242"/>
            <a:ext cx="1219139" cy="504911"/>
          </a:xfrm>
          <a:prstGeom prst="rect">
            <a:avLst/>
          </a:prstGeom>
        </p:spPr>
        <p:txBody>
          <a:bodyPr lIns="0" tIns="0" rIns="0" bIns="0"/>
          <a:lstStyle>
            <a:lvl1pPr marL="0" indent="0" algn="l">
              <a:lnSpc>
                <a:spcPct val="100000"/>
              </a:lnSpc>
              <a:spcBef>
                <a:spcPts val="0"/>
              </a:spcBef>
              <a:buFontTx/>
              <a:buNone/>
              <a:defRPr sz="150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6" y="4029912"/>
            <a:ext cx="1219139" cy="432048"/>
          </a:xfrm>
          <a:prstGeom prst="rect">
            <a:avLst/>
          </a:prstGeom>
        </p:spPr>
        <p:txBody>
          <a:bodyPr lIns="0" tIns="0" rIns="0" bIns="0"/>
          <a:lstStyle>
            <a:lvl1pPr marL="0" indent="0" algn="l">
              <a:lnSpc>
                <a:spcPct val="100000"/>
              </a:lnSpc>
              <a:spcBef>
                <a:spcPts val="0"/>
              </a:spcBef>
              <a:buFontTx/>
              <a:buNone/>
              <a:defRPr sz="1350" b="0" i="0">
                <a:solidFill>
                  <a:schemeClr val="bg1"/>
                </a:solidFill>
                <a:latin typeface="+mn-lt"/>
                <a:ea typeface="Calibri" panose="020F0502020204030204" pitchFamily="34" charset="0"/>
                <a:cs typeface="Calibri" panose="020F0502020204030204" pitchFamily="34" charset="0"/>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437624"/>
            <a:ext cx="0" cy="2851659"/>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67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5325085"/>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480542"/>
            <a:ext cx="6515620" cy="994172"/>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3165872"/>
            <a:ext cx="6515620" cy="452328"/>
          </a:xfrm>
          <a:prstGeom prst="rect">
            <a:avLst/>
          </a:prstGeom>
        </p:spPr>
        <p:txBody>
          <a:bodyPr lIns="0" tIns="0" rIns="0" bIns="0"/>
          <a:lstStyle>
            <a:lvl1pPr marL="0" indent="0">
              <a:lnSpc>
                <a:spcPct val="100000"/>
              </a:lnSpc>
              <a:buFontTx/>
              <a:buNone/>
              <a:defRPr sz="1350" b="0" i="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1849857502"/>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517276"/>
            <a:ext cx="7886700" cy="758331"/>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275606"/>
            <a:ext cx="6551612" cy="3456384"/>
          </a:xfrm>
          <a:prstGeom prst="rect">
            <a:avLst/>
          </a:prstGeom>
        </p:spPr>
        <p:txBody>
          <a:bodyPr lIns="0" tIns="0" rIns="0" bIns="0"/>
          <a:lstStyle>
            <a:lvl1pPr marL="200025" indent="-192881">
              <a:buClr>
                <a:srgbClr val="7A7392"/>
              </a:buClr>
              <a:tabLst/>
              <a:defRPr sz="1500">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a:defRPr sz="1200">
                <a:latin typeface="Tahoma" panose="020B0604030504040204" pitchFamily="34" charset="0"/>
                <a:ea typeface="Tahoma" panose="020B0604030504040204" pitchFamily="34" charset="0"/>
                <a:cs typeface="Tahoma" panose="020B0604030504040204" pitchFamily="34" charset="0"/>
              </a:defRPr>
            </a:lvl4pPr>
            <a:lvl5pPr>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281948513"/>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515711"/>
            <a:ext cx="7886700" cy="75944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275160"/>
            <a:ext cx="6551612" cy="3349228"/>
          </a:xfrm>
          <a:prstGeom prst="rect">
            <a:avLst/>
          </a:prstGeom>
        </p:spPr>
        <p:txBody>
          <a:bodyPr lIns="0" tIns="0" rIns="0" bIns="0"/>
          <a:lstStyle>
            <a:lvl1pPr marL="200025" indent="-200025">
              <a:buClr>
                <a:srgbClr val="7A7392"/>
              </a:buClr>
              <a:buFont typeface="+mj-lt"/>
              <a:buAutoNum type="arabicPeriod"/>
              <a:defRPr sz="1500">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17573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4pPr>
            <a:lvl5pPr marL="22145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956752420"/>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519523"/>
            <a:ext cx="7886700" cy="702078"/>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7" name="Text Placeholder 6"/>
          <p:cNvSpPr>
            <a:spLocks noGrp="1"/>
          </p:cNvSpPr>
          <p:nvPr>
            <p:ph type="body" sz="quarter" idx="12"/>
          </p:nvPr>
        </p:nvSpPr>
        <p:spPr>
          <a:xfrm>
            <a:off x="4284664"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010564945"/>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519523"/>
            <a:ext cx="7886700" cy="702078"/>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3008092141"/>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519523"/>
            <a:ext cx="7886700" cy="702078"/>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baseline="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734430778"/>
      </p:ext>
    </p:extLst>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519523"/>
            <a:ext cx="7886700" cy="646548"/>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166070"/>
            <a:ext cx="6515620" cy="340354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493571010"/>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519523"/>
            <a:ext cx="7886700" cy="702077"/>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3" name="Chart Placeholder 2"/>
          <p:cNvSpPr>
            <a:spLocks noGrp="1"/>
          </p:cNvSpPr>
          <p:nvPr>
            <p:ph type="chart" sz="quarter" idx="12"/>
          </p:nvPr>
        </p:nvSpPr>
        <p:spPr>
          <a:xfrm>
            <a:off x="4284663" y="1221600"/>
            <a:ext cx="3816350" cy="334801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3678699298"/>
      </p:ext>
    </p:extLst>
  </p:cSld>
  <p:clrMapOvr>
    <a:masterClrMapping/>
  </p:clrMapOvr>
  <p:transition spd="slow">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519523"/>
            <a:ext cx="7886700" cy="54006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059582"/>
            <a:ext cx="9144000" cy="4463393"/>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1241756936"/>
      </p:ext>
    </p:extLst>
  </p:cSld>
  <p:clrMapOvr>
    <a:masterClrMapping/>
  </p:clrMapOvr>
  <p:transition spd="slow">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3" y="519523"/>
            <a:ext cx="7454131" cy="576267"/>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095789"/>
            <a:ext cx="3024188" cy="4047711"/>
          </a:xfrm>
          <a:prstGeom prst="rect">
            <a:avLst/>
          </a:prstGeom>
        </p:spPr>
        <p:txBody>
          <a:bodyPr/>
          <a:lstStyle/>
          <a:p>
            <a:r>
              <a:rPr lang="en-US" dirty="0"/>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095790"/>
            <a:ext cx="3020316" cy="1987929"/>
          </a:xfrm>
          <a:prstGeom prst="rect">
            <a:avLst/>
          </a:prstGeom>
        </p:spPr>
        <p:txBody>
          <a:bodyPr/>
          <a:lstStyle/>
          <a:p>
            <a:r>
              <a:rPr lang="en-US" dirty="0"/>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3112294"/>
            <a:ext cx="3020316" cy="2031206"/>
          </a:xfrm>
          <a:prstGeom prst="rect">
            <a:avLst/>
          </a:prstGeom>
        </p:spPr>
        <p:txBody>
          <a:bodyPr/>
          <a:lstStyle/>
          <a:p>
            <a:r>
              <a:rPr lang="en-US" dirty="0"/>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6" y="1095789"/>
            <a:ext cx="3025775" cy="4047711"/>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2501110380"/>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567">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519523"/>
            <a:ext cx="7886700" cy="576267"/>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6" y="1095789"/>
            <a:ext cx="254707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095789"/>
            <a:ext cx="3043238" cy="4047711"/>
          </a:xfrm>
          <a:prstGeom prst="rect">
            <a:avLst/>
          </a:prstGeom>
        </p:spPr>
        <p:txBody>
          <a:bodyPr/>
          <a:lstStyle/>
          <a:p>
            <a:r>
              <a:rPr lang="en-US" dirty="0"/>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3109912"/>
            <a:ext cx="3022600" cy="2033588"/>
          </a:xfrm>
          <a:prstGeom prst="rect">
            <a:avLst/>
          </a:prstGeom>
        </p:spPr>
        <p:txBody>
          <a:bodyPr/>
          <a:lstStyle/>
          <a:p>
            <a:r>
              <a:rPr lang="en-US" dirty="0"/>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1" y="1095790"/>
            <a:ext cx="3022599" cy="1987929"/>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4152237961"/>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519523"/>
            <a:ext cx="7886700" cy="897732"/>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9" y="1437624"/>
            <a:ext cx="7058025" cy="2646294"/>
          </a:xfrm>
          <a:prstGeom prst="rect">
            <a:avLst/>
          </a:prstGeom>
        </p:spPr>
        <p:txBody>
          <a:bodyPr/>
          <a:lstStyle>
            <a:lvl1pPr marL="0" indent="0">
              <a:lnSpc>
                <a:spcPts val="2700"/>
              </a:lnSpc>
              <a:buNone/>
              <a:defRPr sz="2100" b="0" i="1" baseline="0">
                <a:solidFill>
                  <a:srgbClr val="7A7392"/>
                </a:solidFill>
                <a:latin typeface="+mj-lt"/>
              </a:defRPr>
            </a:lvl1pPr>
            <a:lvl2pPr marL="457200" indent="0">
              <a:lnSpc>
                <a:spcPts val="2700"/>
              </a:lnSpc>
              <a:buNone/>
              <a:defRPr sz="2100" b="0" i="1" baseline="0">
                <a:solidFill>
                  <a:srgbClr val="7A7392"/>
                </a:solidFill>
                <a:latin typeface="+mj-lt"/>
              </a:defRPr>
            </a:lvl2pPr>
            <a:lvl3pPr marL="914400" indent="0">
              <a:lnSpc>
                <a:spcPts val="2700"/>
              </a:lnSpc>
              <a:buNone/>
              <a:defRPr sz="2100" b="0" i="1" baseline="0">
                <a:solidFill>
                  <a:srgbClr val="7A7392"/>
                </a:solidFill>
                <a:latin typeface="+mj-lt"/>
              </a:defRPr>
            </a:lvl3pPr>
            <a:lvl4pPr marL="1371600" indent="0">
              <a:lnSpc>
                <a:spcPts val="2700"/>
              </a:lnSpc>
              <a:buNone/>
              <a:defRPr sz="2100" b="0" i="1" baseline="0">
                <a:solidFill>
                  <a:srgbClr val="7A7392"/>
                </a:solidFill>
                <a:latin typeface="+mj-lt"/>
              </a:defRPr>
            </a:lvl4pPr>
            <a:lvl5pPr marL="1828800" indent="0">
              <a:lnSpc>
                <a:spcPts val="2700"/>
              </a:lnSpc>
              <a:buNone/>
              <a:defRPr sz="2100" b="0" i="1" baseline="0">
                <a:solidFill>
                  <a:srgbClr val="7A7392"/>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p:cNvSpPr>
            <a:spLocks noGrp="1"/>
          </p:cNvSpPr>
          <p:nvPr>
            <p:ph type="body" sz="quarter" idx="13"/>
          </p:nvPr>
        </p:nvSpPr>
        <p:spPr>
          <a:xfrm>
            <a:off x="1042989" y="4245769"/>
            <a:ext cx="7058025" cy="897731"/>
          </a:xfrm>
          <a:prstGeom prst="rect">
            <a:avLst/>
          </a:prstGeom>
        </p:spPr>
        <p:txBody>
          <a:bodyPr/>
          <a:lstStyle>
            <a:lvl1pPr marL="0" indent="0" algn="r">
              <a:lnSpc>
                <a:spcPts val="1350"/>
              </a:lnSpc>
              <a:buNone/>
              <a:defRPr sz="1350" baseline="0">
                <a:solidFill>
                  <a:schemeClr val="tx1"/>
                </a:solidFill>
                <a:latin typeface="+mn-lt"/>
              </a:defRPr>
            </a:lvl1pPr>
            <a:lvl2pPr marL="457200" indent="0" algn="r">
              <a:lnSpc>
                <a:spcPts val="1350"/>
              </a:lnSpc>
              <a:buNone/>
              <a:defRPr sz="1350" baseline="0">
                <a:solidFill>
                  <a:schemeClr val="tx1"/>
                </a:solidFill>
                <a:latin typeface="+mn-lt"/>
              </a:defRPr>
            </a:lvl2pPr>
            <a:lvl3pPr marL="914400" indent="0" algn="r">
              <a:lnSpc>
                <a:spcPts val="1350"/>
              </a:lnSpc>
              <a:buNone/>
              <a:defRPr sz="1350" baseline="0">
                <a:solidFill>
                  <a:schemeClr val="tx1"/>
                </a:solidFill>
                <a:latin typeface="+mn-lt"/>
              </a:defRPr>
            </a:lvl3pPr>
            <a:lvl4pPr marL="1371600" indent="0" algn="r">
              <a:lnSpc>
                <a:spcPts val="1350"/>
              </a:lnSpc>
              <a:buNone/>
              <a:defRPr sz="1350" baseline="0">
                <a:solidFill>
                  <a:schemeClr val="tx1"/>
                </a:solidFill>
                <a:latin typeface="+mn-lt"/>
              </a:defRPr>
            </a:lvl4pPr>
            <a:lvl5pPr marL="1828800" indent="0" algn="r">
              <a:lnSpc>
                <a:spcPts val="1350"/>
              </a:lnSpc>
              <a:buNone/>
              <a:defRPr sz="1350" baseline="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7609607"/>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4" y="2139702"/>
            <a:ext cx="4283969" cy="1944216"/>
          </a:xfrm>
          <a:prstGeom prst="rect">
            <a:avLst/>
          </a:prstGeom>
        </p:spPr>
        <p:txBody>
          <a:bodyPr/>
          <a:lstStyle>
            <a:lvl1pPr marL="0" indent="0" algn="r">
              <a:lnSpc>
                <a:spcPts val="7200"/>
              </a:lnSpc>
              <a:buNone/>
              <a:defRPr sz="9750" b="0" i="0" baseline="0">
                <a:solidFill>
                  <a:srgbClr val="7A7392"/>
                </a:solidFill>
                <a:latin typeface="+mj-lt"/>
                <a:ea typeface="Calibri" panose="020F0502020204030204" pitchFamily="34" charset="0"/>
                <a:cs typeface="Calibri" panose="020F0502020204030204" pitchFamily="34" charset="0"/>
              </a:defRPr>
            </a:lvl1pPr>
            <a:lvl2pPr marL="457200" indent="0" algn="r">
              <a:lnSpc>
                <a:spcPts val="2700"/>
              </a:lnSpc>
              <a:buNone/>
              <a:defRPr sz="7200" b="0" i="0" baseline="0">
                <a:solidFill>
                  <a:schemeClr val="bg1"/>
                </a:solidFill>
                <a:latin typeface="Georgia" charset="0"/>
                <a:ea typeface="Georgia" charset="0"/>
                <a:cs typeface="Georgia" charset="0"/>
              </a:defRPr>
            </a:lvl2pPr>
            <a:lvl3pPr marL="914400" indent="0" algn="r">
              <a:lnSpc>
                <a:spcPts val="2700"/>
              </a:lnSpc>
              <a:buNone/>
              <a:defRPr sz="7200" b="0" i="0" baseline="0">
                <a:solidFill>
                  <a:schemeClr val="bg1"/>
                </a:solidFill>
                <a:latin typeface="Georgia" charset="0"/>
                <a:ea typeface="Georgia" charset="0"/>
                <a:cs typeface="Georgia" charset="0"/>
              </a:defRPr>
            </a:lvl3pPr>
            <a:lvl4pPr marL="1371600" indent="0" algn="r">
              <a:lnSpc>
                <a:spcPts val="2700"/>
              </a:lnSpc>
              <a:buNone/>
              <a:defRPr sz="7200" b="0" i="0" baseline="0">
                <a:solidFill>
                  <a:schemeClr val="bg1"/>
                </a:solidFill>
                <a:latin typeface="Georgia" charset="0"/>
                <a:ea typeface="Georgia" charset="0"/>
                <a:cs typeface="Georgia" charset="0"/>
              </a:defRPr>
            </a:lvl4pPr>
            <a:lvl5pPr marL="1828800" indent="0" algn="r">
              <a:lnSpc>
                <a:spcPts val="2700"/>
              </a:lnSpc>
              <a:buNone/>
              <a:defRPr sz="72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139554"/>
            <a:ext cx="3656012" cy="1944290"/>
          </a:xfrm>
          <a:prstGeom prst="rect">
            <a:avLst/>
          </a:prstGeom>
        </p:spPr>
        <p:txBody>
          <a:bodyPr/>
          <a:lstStyle>
            <a:lvl1pPr>
              <a:defRPr sz="1500">
                <a:solidFill>
                  <a:srgbClr val="7A7392"/>
                </a:solidFill>
              </a:defRPr>
            </a:lvl1pPr>
            <a:lvl2pPr marL="457200" indent="0">
              <a:buNone/>
              <a:defRPr sz="1500">
                <a:solidFill>
                  <a:srgbClr val="7A7392"/>
                </a:solidFill>
              </a:defRPr>
            </a:lvl2pPr>
            <a:lvl3pPr marL="914400" indent="0">
              <a:buNone/>
              <a:defRPr sz="1500">
                <a:solidFill>
                  <a:srgbClr val="7A7392"/>
                </a:solidFill>
              </a:defRPr>
            </a:lvl3pPr>
            <a:lvl4pPr marL="1371600" indent="0">
              <a:buNone/>
              <a:defRPr sz="1500">
                <a:solidFill>
                  <a:srgbClr val="7A7392"/>
                </a:solidFill>
              </a:defRPr>
            </a:lvl4pPr>
            <a:lvl5pPr marL="1828800" indent="0">
              <a:buNone/>
              <a:defRPr sz="1500">
                <a:solidFill>
                  <a:srgbClr val="7A739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14"/>
          <p:cNvSpPr>
            <a:spLocks noGrp="1"/>
          </p:cNvSpPr>
          <p:nvPr>
            <p:ph type="body" sz="quarter" idx="14"/>
          </p:nvPr>
        </p:nvSpPr>
        <p:spPr>
          <a:xfrm>
            <a:off x="970980" y="4245769"/>
            <a:ext cx="7129412" cy="486221"/>
          </a:xfrm>
          <a:prstGeom prst="rect">
            <a:avLst/>
          </a:prstGeom>
        </p:spPr>
        <p:txBody>
          <a:bodyPr/>
          <a:lstStyle>
            <a:lvl1pPr marL="0" indent="0" algn="r">
              <a:lnSpc>
                <a:spcPts val="1050"/>
              </a:lnSpc>
              <a:buNone/>
              <a:defRPr sz="1350" baseline="0">
                <a:solidFill>
                  <a:schemeClr val="tx1"/>
                </a:solidFill>
                <a:latin typeface="Calibri" panose="020F0502020204030204" pitchFamily="34" charset="0"/>
              </a:defRPr>
            </a:lvl1pPr>
            <a:lvl2pPr marL="457200" indent="0" algn="r">
              <a:lnSpc>
                <a:spcPts val="1050"/>
              </a:lnSpc>
              <a:buNone/>
              <a:defRPr sz="1350" baseline="0">
                <a:solidFill>
                  <a:schemeClr val="tx1"/>
                </a:solidFill>
                <a:latin typeface="Calibri" panose="020F0502020204030204" pitchFamily="34" charset="0"/>
              </a:defRPr>
            </a:lvl2pPr>
            <a:lvl3pPr marL="914400" indent="0" algn="r">
              <a:lnSpc>
                <a:spcPts val="1050"/>
              </a:lnSpc>
              <a:buNone/>
              <a:defRPr sz="1350" baseline="0">
                <a:solidFill>
                  <a:schemeClr val="tx1"/>
                </a:solidFill>
                <a:latin typeface="Calibri" panose="020F0502020204030204" pitchFamily="34" charset="0"/>
              </a:defRPr>
            </a:lvl3pPr>
            <a:lvl4pPr marL="1371600" indent="0" algn="r">
              <a:lnSpc>
                <a:spcPts val="1050"/>
              </a:lnSpc>
              <a:buNone/>
              <a:defRPr sz="1350" baseline="0">
                <a:solidFill>
                  <a:schemeClr val="tx1"/>
                </a:solidFill>
                <a:latin typeface="Calibri" panose="020F0502020204030204" pitchFamily="34" charset="0"/>
              </a:defRPr>
            </a:lvl4pPr>
            <a:lvl5pPr marL="1828800" indent="0" algn="r">
              <a:lnSpc>
                <a:spcPts val="1050"/>
              </a:lnSpc>
              <a:buNone/>
              <a:defRPr sz="1350" baseline="0">
                <a:solidFill>
                  <a:schemeClr val="tx1"/>
                </a:solidFill>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4154876"/>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184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Main headings, text and bullet points">
    <p:spTree>
      <p:nvGrpSpPr>
        <p:cNvPr id="1" name=""/>
        <p:cNvGrpSpPr/>
        <p:nvPr/>
      </p:nvGrpSpPr>
      <p:grpSpPr>
        <a:xfrm>
          <a:off x="0" y="0"/>
          <a:ext cx="0" cy="0"/>
          <a:chOff x="0" y="0"/>
          <a:chExt cx="0" cy="0"/>
        </a:xfrm>
      </p:grpSpPr>
      <p:pic>
        <p:nvPicPr>
          <p:cNvPr id="4"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415214" y="0"/>
            <a:ext cx="108108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2" y="517275"/>
            <a:ext cx="6515621" cy="488301"/>
          </a:xfrm>
          <a:prstGeom prst="rect">
            <a:avLst/>
          </a:prstGeom>
        </p:spPr>
        <p:txBody>
          <a:bodyPr lIns="0" tIns="0" rIns="0" bIns="0"/>
          <a:lstStyle>
            <a:lvl1pPr marL="0" indent="0">
              <a:lnSpc>
                <a:spcPts val="3150"/>
              </a:lnSpc>
              <a:buFontTx/>
              <a:buNone/>
              <a:defRPr sz="3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6" name="Text Placeholder 5"/>
          <p:cNvSpPr>
            <a:spLocks noGrp="1"/>
          </p:cNvSpPr>
          <p:nvPr>
            <p:ph type="body" sz="quarter" idx="11"/>
          </p:nvPr>
        </p:nvSpPr>
        <p:spPr>
          <a:xfrm>
            <a:off x="900113" y="1329929"/>
            <a:ext cx="6551612" cy="3456384"/>
          </a:xfrm>
          <a:prstGeom prst="rect">
            <a:avLst/>
          </a:prstGeom>
        </p:spPr>
        <p:txBody>
          <a:bodyPr/>
          <a:lstStyle>
            <a:lvl1pPr marL="200025" indent="-200025">
              <a:buClr>
                <a:srgbClr val="16818D"/>
              </a:buClr>
              <a:defRPr sz="1200">
                <a:latin typeface="Calibri" panose="020F0502020204030204" pitchFamily="34" charset="0"/>
                <a:ea typeface="Calibri" panose="020F0502020204030204" pitchFamily="34" charset="0"/>
                <a:cs typeface="Calibri" panose="020F0502020204030204" pitchFamily="34" charset="0"/>
              </a:defRPr>
            </a:lvl1pPr>
            <a:lvl2pPr marL="406004" indent="-205979">
              <a:buClr>
                <a:srgbClr val="16818D"/>
              </a:buClr>
              <a:buFont typeface="Courier New" panose="02070309020205020404" pitchFamily="49" charset="0"/>
              <a:buChar char="o"/>
              <a:defRPr sz="1200">
                <a:latin typeface="Calibri" panose="020F0502020204030204" pitchFamily="34" charset="0"/>
                <a:ea typeface="Calibri" panose="020F0502020204030204" pitchFamily="34" charset="0"/>
                <a:cs typeface="Calibri" panose="020F0502020204030204" pitchFamily="34" charset="0"/>
              </a:defRPr>
            </a:lvl2pPr>
            <a:lvl3pPr marL="606029" indent="-200025">
              <a:buClr>
                <a:srgbClr val="16818D"/>
              </a:buClr>
              <a:buFont typeface="Arial" panose="020B060402020202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a:defRPr sz="1200">
                <a:latin typeface="Tahoma" panose="020B0604030504040204" pitchFamily="34" charset="0"/>
                <a:ea typeface="Tahoma" panose="020B0604030504040204" pitchFamily="34" charset="0"/>
                <a:cs typeface="Tahoma" panose="020B0604030504040204" pitchFamily="34" charset="0"/>
              </a:defRPr>
            </a:lvl4pPr>
            <a:lvl5pPr>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27113013"/>
      </p:ext>
    </p:extLst>
  </p:cSld>
  <p:clrMapOvr>
    <a:masterClrMapping/>
  </p:clrMapOvr>
  <p:transition spd="slow">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614608"/>
            <a:ext cx="3463290" cy="898398"/>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713232" y="1611630"/>
            <a:ext cx="2907792" cy="2907792"/>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382262" y="713232"/>
            <a:ext cx="4190238" cy="3998214"/>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7852410" y="1207008"/>
            <a:ext cx="2002536" cy="27432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8620506" y="2414016"/>
            <a:ext cx="473202" cy="322326"/>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7852410" y="3669030"/>
            <a:ext cx="2002536" cy="274320"/>
          </a:xfrm>
          <a:prstGeom prst="rect">
            <a:avLst/>
          </a:prstGeom>
        </p:spPr>
        <p:txBody>
          <a:bodyPr/>
          <a:lstStyle>
            <a:lvl1pPr>
              <a:defRPr>
                <a:solidFill>
                  <a:schemeClr val="tx1"/>
                </a:solidFill>
              </a:defRPr>
            </a:lvl1pPr>
          </a:lstStyle>
          <a:p>
            <a:fld id="{9EC1A304-701C-41E4-B1CD-607E1F9CDC82}" type="datetime4">
              <a:rPr lang="en-US" smtClean="0"/>
              <a:t>March 24, 2026</a:t>
            </a:fld>
            <a:endParaRPr lang="en-US"/>
          </a:p>
        </p:txBody>
      </p:sp>
    </p:spTree>
    <p:extLst>
      <p:ext uri="{BB962C8B-B14F-4D97-AF65-F5344CB8AC3E}">
        <p14:creationId xmlns:p14="http://schemas.microsoft.com/office/powerpoint/2010/main" val="2764871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image" Target="../media/image3.jpeg"/><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theme" Target="../theme/theme2.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4011" r:id="rId15"/>
  </p:sldLayoutIdLst>
  <p:transition spd="slow">
    <p:fade/>
  </p:transition>
  <p:txStyles>
    <p:titleStyle>
      <a:lvl1pPr algn="ctr" defTabSz="606410" rtl="0" eaLnBrk="0" fontAlgn="base" hangingPunct="0">
        <a:spcBef>
          <a:spcPct val="0"/>
        </a:spcBef>
        <a:spcAft>
          <a:spcPct val="0"/>
        </a:spcAft>
        <a:defRPr sz="5800" kern="1200">
          <a:solidFill>
            <a:schemeClr val="tx1"/>
          </a:solidFill>
          <a:latin typeface="+mj-lt"/>
          <a:ea typeface="ＭＳ Ｐゴシック" charset="0"/>
          <a:cs typeface="ＭＳ Ｐゴシック" charset="0"/>
        </a:defRPr>
      </a:lvl1pPr>
      <a:lvl2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5pPr>
      <a:lvl6pPr marL="609539"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080"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1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15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14" indent="-454014" algn="l" defTabSz="606410"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39" rtl="0" eaLnBrk="1" latinLnBrk="0" hangingPunct="1">
        <a:defRPr sz="2400" kern="1200">
          <a:solidFill>
            <a:schemeClr val="tx1"/>
          </a:solidFill>
          <a:latin typeface="+mn-lt"/>
          <a:ea typeface="+mn-ea"/>
          <a:cs typeface="+mn-cs"/>
        </a:defRPr>
      </a:lvl1pPr>
      <a:lvl2pPr marL="609539" algn="l" defTabSz="609539" rtl="0" eaLnBrk="1" latinLnBrk="0" hangingPunct="1">
        <a:defRPr sz="2400" kern="1200">
          <a:solidFill>
            <a:schemeClr val="tx1"/>
          </a:solidFill>
          <a:latin typeface="+mn-lt"/>
          <a:ea typeface="+mn-ea"/>
          <a:cs typeface="+mn-cs"/>
        </a:defRPr>
      </a:lvl2pPr>
      <a:lvl3pPr marL="1219080" algn="l" defTabSz="609539" rtl="0" eaLnBrk="1" latinLnBrk="0" hangingPunct="1">
        <a:defRPr sz="2400" kern="1200">
          <a:solidFill>
            <a:schemeClr val="tx1"/>
          </a:solidFill>
          <a:latin typeface="+mn-lt"/>
          <a:ea typeface="+mn-ea"/>
          <a:cs typeface="+mn-cs"/>
        </a:defRPr>
      </a:lvl3pPr>
      <a:lvl4pPr marL="1828618" algn="l" defTabSz="609539" rtl="0" eaLnBrk="1" latinLnBrk="0" hangingPunct="1">
        <a:defRPr sz="2400" kern="1200">
          <a:solidFill>
            <a:schemeClr val="tx1"/>
          </a:solidFill>
          <a:latin typeface="+mn-lt"/>
          <a:ea typeface="+mn-ea"/>
          <a:cs typeface="+mn-cs"/>
        </a:defRPr>
      </a:lvl4pPr>
      <a:lvl5pPr marL="2438158" algn="l" defTabSz="609539" rtl="0" eaLnBrk="1" latinLnBrk="0" hangingPunct="1">
        <a:defRPr sz="2400" kern="1200">
          <a:solidFill>
            <a:schemeClr val="tx1"/>
          </a:solidFill>
          <a:latin typeface="+mn-lt"/>
          <a:ea typeface="+mn-ea"/>
          <a:cs typeface="+mn-cs"/>
        </a:defRPr>
      </a:lvl5pPr>
      <a:lvl6pPr marL="3047696" algn="l" defTabSz="609539" rtl="0" eaLnBrk="1" latinLnBrk="0" hangingPunct="1">
        <a:defRPr sz="2400" kern="1200">
          <a:solidFill>
            <a:schemeClr val="tx1"/>
          </a:solidFill>
          <a:latin typeface="+mn-lt"/>
          <a:ea typeface="+mn-ea"/>
          <a:cs typeface="+mn-cs"/>
        </a:defRPr>
      </a:lvl6pPr>
      <a:lvl7pPr marL="3657235" algn="l" defTabSz="609539" rtl="0" eaLnBrk="1" latinLnBrk="0" hangingPunct="1">
        <a:defRPr sz="2400" kern="1200">
          <a:solidFill>
            <a:schemeClr val="tx1"/>
          </a:solidFill>
          <a:latin typeface="+mn-lt"/>
          <a:ea typeface="+mn-ea"/>
          <a:cs typeface="+mn-cs"/>
        </a:defRPr>
      </a:lvl7pPr>
      <a:lvl8pPr marL="4266773" algn="l" defTabSz="609539" rtl="0" eaLnBrk="1" latinLnBrk="0" hangingPunct="1">
        <a:defRPr sz="2400" kern="1200">
          <a:solidFill>
            <a:schemeClr val="tx1"/>
          </a:solidFill>
          <a:latin typeface="+mn-lt"/>
          <a:ea typeface="+mn-ea"/>
          <a:cs typeface="+mn-cs"/>
        </a:defRPr>
      </a:lvl8pPr>
      <a:lvl9pPr marL="4876313" algn="l" defTabSz="609539"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519523"/>
            <a:ext cx="7886700" cy="540059"/>
          </a:xfrm>
          <a:prstGeom prst="rect">
            <a:avLst/>
          </a:prstGeom>
        </p:spPr>
        <p:txBody>
          <a:bodyPr vert="horz" lIns="0" tIns="0" rIns="0" bIns="0" rtlCol="0" anchor="t" anchorCtr="0">
            <a:normAutofit/>
          </a:bodyPr>
          <a:lstStyle/>
          <a:p>
            <a:r>
              <a:rPr lang="en-US" dirty="0"/>
              <a:t>Click to edit Master title style</a:t>
            </a:r>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33" cstate="print">
            <a:extLst>
              <a:ext uri="{28A0092B-C50C-407E-A947-70E740481C1C}">
                <a14:useLocalDpi xmlns:a14="http://schemas.microsoft.com/office/drawing/2010/main" val="0"/>
              </a:ext>
            </a:extLst>
          </a:blip>
          <a:srcRect/>
          <a:stretch>
            <a:fillRect/>
          </a:stretch>
        </p:blipFill>
        <p:spPr bwMode="auto">
          <a:xfrm>
            <a:off x="7236297" y="0"/>
            <a:ext cx="108108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405789"/>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3990" r:id="rId14"/>
    <p:sldLayoutId id="2147484010" r:id="rId15"/>
    <p:sldLayoutId id="2147483993" r:id="rId16"/>
    <p:sldLayoutId id="2147483994" r:id="rId17"/>
    <p:sldLayoutId id="2147483995" r:id="rId18"/>
    <p:sldLayoutId id="2147483996" r:id="rId19"/>
    <p:sldLayoutId id="2147483997" r:id="rId20"/>
    <p:sldLayoutId id="2147483998" r:id="rId21"/>
    <p:sldLayoutId id="2147483999" r:id="rId22"/>
    <p:sldLayoutId id="2147484000" r:id="rId23"/>
    <p:sldLayoutId id="2147484001" r:id="rId24"/>
    <p:sldLayoutId id="2147484002" r:id="rId25"/>
    <p:sldLayoutId id="2147484003" r:id="rId26"/>
    <p:sldLayoutId id="2147484004" r:id="rId27"/>
    <p:sldLayoutId id="2147484005" r:id="rId28"/>
    <p:sldLayoutId id="2147484006" r:id="rId29"/>
    <p:sldLayoutId id="2147484007" r:id="rId30"/>
    <p:sldLayoutId id="2147484012" r:id="rId31"/>
  </p:sldLayoutIdLst>
  <p:transition spd="slow">
    <p:fade/>
  </p:transition>
  <p:txStyles>
    <p:titleStyle>
      <a:lvl1pPr algn="l" defTabSz="454819" rtl="0" eaLnBrk="1" fontAlgn="base" hangingPunct="1">
        <a:spcBef>
          <a:spcPct val="0"/>
        </a:spcBef>
        <a:spcAft>
          <a:spcPct val="0"/>
        </a:spcAft>
        <a:defRPr sz="2700" kern="1200">
          <a:solidFill>
            <a:srgbClr val="7A7392"/>
          </a:solidFill>
          <a:latin typeface="+mj-lt"/>
          <a:ea typeface="ＭＳ Ｐゴシック" charset="0"/>
          <a:cs typeface="ＭＳ Ｐゴシック" charset="0"/>
        </a:defRPr>
      </a:lvl1pPr>
      <a:lvl2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2pPr>
      <a:lvl3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3pPr>
      <a:lvl4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4pPr>
      <a:lvl5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5pPr>
      <a:lvl6pPr marL="457166"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914333"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1371498"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828664"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0519" indent="-340519" algn="l" defTabSz="454819" rtl="0" eaLnBrk="1" fontAlgn="base" hangingPunct="1">
        <a:spcBef>
          <a:spcPct val="20000"/>
        </a:spcBef>
        <a:spcAft>
          <a:spcPct val="0"/>
        </a:spcAft>
        <a:buFont typeface="Arial" charset="0"/>
        <a:buChar char="•"/>
        <a:defRPr sz="3150" kern="1200">
          <a:solidFill>
            <a:schemeClr val="tx1"/>
          </a:solidFill>
          <a:latin typeface="+mn-lt"/>
          <a:ea typeface="ＭＳ Ｐゴシック" charset="0"/>
          <a:cs typeface="ＭＳ Ｐゴシック" charset="0"/>
        </a:defRPr>
      </a:lvl1pPr>
      <a:lvl2pPr marL="740569" indent="-283369" algn="l" defTabSz="454819" rtl="0" eaLnBrk="1" fontAlgn="base" hangingPunct="1">
        <a:spcBef>
          <a:spcPct val="20000"/>
        </a:spcBef>
        <a:spcAft>
          <a:spcPct val="0"/>
        </a:spcAft>
        <a:buFont typeface="Arial" charset="0"/>
        <a:buChar char="–"/>
        <a:defRPr sz="2775" kern="1200">
          <a:solidFill>
            <a:schemeClr val="tx1"/>
          </a:solidFill>
          <a:latin typeface="+mn-lt"/>
          <a:ea typeface="ＭＳ Ｐゴシック" charset="0"/>
          <a:cs typeface="+mn-cs"/>
        </a:defRPr>
      </a:lvl2pPr>
      <a:lvl3pPr marL="1140619" indent="-226219" algn="l" defTabSz="454819"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597819" indent="-226219" algn="l" defTabSz="454819" rtl="0" eaLnBrk="1" fontAlgn="base" hangingPunct="1">
        <a:spcBef>
          <a:spcPct val="20000"/>
        </a:spcBef>
        <a:spcAft>
          <a:spcPct val="0"/>
        </a:spcAft>
        <a:buFont typeface="Arial" charset="0"/>
        <a:buChar char="–"/>
        <a:defRPr sz="1950" kern="1200">
          <a:solidFill>
            <a:schemeClr val="tx1"/>
          </a:solidFill>
          <a:latin typeface="+mn-lt"/>
          <a:ea typeface="ＭＳ Ｐゴシック" charset="0"/>
          <a:cs typeface="+mn-cs"/>
        </a:defRPr>
      </a:lvl4pPr>
      <a:lvl5pPr marL="2055019" indent="-226219" algn="l" defTabSz="454819" rtl="0" eaLnBrk="1" fontAlgn="base" hangingPunct="1">
        <a:spcBef>
          <a:spcPct val="20000"/>
        </a:spcBef>
        <a:spcAft>
          <a:spcPct val="0"/>
        </a:spcAft>
        <a:buFont typeface="Arial" charset="0"/>
        <a:buChar char="»"/>
        <a:defRPr sz="1950" kern="1200">
          <a:solidFill>
            <a:schemeClr val="tx1"/>
          </a:solidFill>
          <a:latin typeface="+mn-lt"/>
          <a:ea typeface="ＭＳ Ｐゴシック" charset="0"/>
          <a:cs typeface="+mn-cs"/>
        </a:defRPr>
      </a:lvl5pPr>
      <a:lvl6pPr marL="2514411" indent="-228582" algn="l" defTabSz="457166" rtl="0" eaLnBrk="1" latinLnBrk="0" hangingPunct="1">
        <a:spcBef>
          <a:spcPct val="20000"/>
        </a:spcBef>
        <a:buFont typeface="Arial"/>
        <a:buChar char="•"/>
        <a:defRPr sz="2000" kern="1200">
          <a:solidFill>
            <a:schemeClr val="tx1"/>
          </a:solidFill>
          <a:latin typeface="+mn-lt"/>
          <a:ea typeface="+mn-ea"/>
          <a:cs typeface="+mn-cs"/>
        </a:defRPr>
      </a:lvl6pPr>
      <a:lvl7pPr marL="2971578" indent="-228582" algn="l" defTabSz="457166" rtl="0" eaLnBrk="1" latinLnBrk="0" hangingPunct="1">
        <a:spcBef>
          <a:spcPct val="20000"/>
        </a:spcBef>
        <a:buFont typeface="Arial"/>
        <a:buChar char="•"/>
        <a:defRPr sz="2000" kern="1200">
          <a:solidFill>
            <a:schemeClr val="tx1"/>
          </a:solidFill>
          <a:latin typeface="+mn-lt"/>
          <a:ea typeface="+mn-ea"/>
          <a:cs typeface="+mn-cs"/>
        </a:defRPr>
      </a:lvl7pPr>
      <a:lvl8pPr marL="3428744" indent="-228582" algn="l" defTabSz="457166" rtl="0" eaLnBrk="1" latinLnBrk="0" hangingPunct="1">
        <a:spcBef>
          <a:spcPct val="20000"/>
        </a:spcBef>
        <a:buFont typeface="Arial"/>
        <a:buChar char="•"/>
        <a:defRPr sz="2000" kern="1200">
          <a:solidFill>
            <a:schemeClr val="tx1"/>
          </a:solidFill>
          <a:latin typeface="+mn-lt"/>
          <a:ea typeface="+mn-ea"/>
          <a:cs typeface="+mn-cs"/>
        </a:defRPr>
      </a:lvl8pPr>
      <a:lvl9pPr marL="3885909" indent="-228582" algn="l" defTabSz="45716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66" rtl="0" eaLnBrk="1" latinLnBrk="0" hangingPunct="1">
        <a:defRPr sz="1800" kern="1200">
          <a:solidFill>
            <a:schemeClr val="tx1"/>
          </a:solidFill>
          <a:latin typeface="+mn-lt"/>
          <a:ea typeface="+mn-ea"/>
          <a:cs typeface="+mn-cs"/>
        </a:defRPr>
      </a:lvl1pPr>
      <a:lvl2pPr marL="457166" algn="l" defTabSz="457166" rtl="0" eaLnBrk="1" latinLnBrk="0" hangingPunct="1">
        <a:defRPr sz="1800" kern="1200">
          <a:solidFill>
            <a:schemeClr val="tx1"/>
          </a:solidFill>
          <a:latin typeface="+mn-lt"/>
          <a:ea typeface="+mn-ea"/>
          <a:cs typeface="+mn-cs"/>
        </a:defRPr>
      </a:lvl2pPr>
      <a:lvl3pPr marL="914333" algn="l" defTabSz="457166" rtl="0" eaLnBrk="1" latinLnBrk="0" hangingPunct="1">
        <a:defRPr sz="1800" kern="1200">
          <a:solidFill>
            <a:schemeClr val="tx1"/>
          </a:solidFill>
          <a:latin typeface="+mn-lt"/>
          <a:ea typeface="+mn-ea"/>
          <a:cs typeface="+mn-cs"/>
        </a:defRPr>
      </a:lvl3pPr>
      <a:lvl4pPr marL="1371498" algn="l" defTabSz="457166" rtl="0" eaLnBrk="1" latinLnBrk="0" hangingPunct="1">
        <a:defRPr sz="1800" kern="1200">
          <a:solidFill>
            <a:schemeClr val="tx1"/>
          </a:solidFill>
          <a:latin typeface="+mn-lt"/>
          <a:ea typeface="+mn-ea"/>
          <a:cs typeface="+mn-cs"/>
        </a:defRPr>
      </a:lvl4pPr>
      <a:lvl5pPr marL="1828664" algn="l" defTabSz="457166" rtl="0" eaLnBrk="1" latinLnBrk="0" hangingPunct="1">
        <a:defRPr sz="1800" kern="1200">
          <a:solidFill>
            <a:schemeClr val="tx1"/>
          </a:solidFill>
          <a:latin typeface="+mn-lt"/>
          <a:ea typeface="+mn-ea"/>
          <a:cs typeface="+mn-cs"/>
        </a:defRPr>
      </a:lvl5pPr>
      <a:lvl6pPr marL="2285829" algn="l" defTabSz="457166" rtl="0" eaLnBrk="1" latinLnBrk="0" hangingPunct="1">
        <a:defRPr sz="1800" kern="1200">
          <a:solidFill>
            <a:schemeClr val="tx1"/>
          </a:solidFill>
          <a:latin typeface="+mn-lt"/>
          <a:ea typeface="+mn-ea"/>
          <a:cs typeface="+mn-cs"/>
        </a:defRPr>
      </a:lvl6pPr>
      <a:lvl7pPr marL="2742995" algn="l" defTabSz="457166" rtl="0" eaLnBrk="1" latinLnBrk="0" hangingPunct="1">
        <a:defRPr sz="1800" kern="1200">
          <a:solidFill>
            <a:schemeClr val="tx1"/>
          </a:solidFill>
          <a:latin typeface="+mn-lt"/>
          <a:ea typeface="+mn-ea"/>
          <a:cs typeface="+mn-cs"/>
        </a:defRPr>
      </a:lvl7pPr>
      <a:lvl8pPr marL="3200160" algn="l" defTabSz="457166" rtl="0" eaLnBrk="1" latinLnBrk="0" hangingPunct="1">
        <a:defRPr sz="1800" kern="1200">
          <a:solidFill>
            <a:schemeClr val="tx1"/>
          </a:solidFill>
          <a:latin typeface="+mn-lt"/>
          <a:ea typeface="+mn-ea"/>
          <a:cs typeface="+mn-cs"/>
        </a:defRPr>
      </a:lvl8pPr>
      <a:lvl9pPr marL="3657326" algn="l" defTabSz="4571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30.xml"/><Relationship Id="rId5" Type="http://schemas.openxmlformats.org/officeDocument/2006/relationships/image" Target="../media/image8.png"/><Relationship Id="rId4" Type="http://schemas.openxmlformats.org/officeDocument/2006/relationships/hyperlink" Target="https://www.mrgscience.com/d1-human-nutrition-core.html"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alculator.net/bmi-calculator.html?cage=64&amp;csex=m&amp;cheightfeet=5&amp;cheightinch=10&amp;cpound=160&amp;cheightmeter=170&amp;ckg=80&amp;printit=0&amp;ctype=metric&amp;x=Calculate" TargetMode="Externa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30.xml"/><Relationship Id="rId5" Type="http://schemas.openxmlformats.org/officeDocument/2006/relationships/image" Target="../media/image13.png"/><Relationship Id="rId4" Type="http://schemas.openxmlformats.org/officeDocument/2006/relationships/hyperlink" Target="https://www.flickr.com/photos/thenext28days/957763729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30.xml"/><Relationship Id="rId5" Type="http://schemas.openxmlformats.org/officeDocument/2006/relationships/image" Target="../media/image14.png"/><Relationship Id="rId4" Type="http://schemas.openxmlformats.org/officeDocument/2006/relationships/hyperlink" Target="https://www.flickr.com/photos/thenext28days/957763729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36.png"/><Relationship Id="rId21" Type="http://schemas.openxmlformats.org/officeDocument/2006/relationships/image" Target="../media/image28.png"/><Relationship Id="rId34" Type="http://schemas.openxmlformats.org/officeDocument/2006/relationships/customXml" Target="../ink/ink17.xml"/><Relationship Id="rId42" Type="http://schemas.openxmlformats.org/officeDocument/2006/relationships/customXml" Target="../ink/ink21.xml"/><Relationship Id="rId7" Type="http://schemas.openxmlformats.org/officeDocument/2006/relationships/image" Target="../media/image21.png"/><Relationship Id="rId2" Type="http://schemas.openxmlformats.org/officeDocument/2006/relationships/image" Target="../media/image19.jpg"/><Relationship Id="rId16" Type="http://schemas.openxmlformats.org/officeDocument/2006/relationships/customXml" Target="../ink/ink7.xml"/><Relationship Id="rId29" Type="http://schemas.openxmlformats.org/officeDocument/2006/relationships/image" Target="../media/image32.png"/><Relationship Id="rId1" Type="http://schemas.openxmlformats.org/officeDocument/2006/relationships/slideLayout" Target="../slideLayouts/slideLayout15.xml"/><Relationship Id="rId6" Type="http://schemas.openxmlformats.org/officeDocument/2006/relationships/customXml" Target="../ink/ink2.xml"/><Relationship Id="rId11" Type="http://schemas.openxmlformats.org/officeDocument/2006/relationships/image" Target="../media/image23.png"/><Relationship Id="rId24" Type="http://schemas.openxmlformats.org/officeDocument/2006/relationships/customXml" Target="../ink/ink11.xml"/><Relationship Id="rId32" Type="http://schemas.openxmlformats.org/officeDocument/2006/relationships/image" Target="../media/image33.png"/><Relationship Id="rId37" Type="http://schemas.openxmlformats.org/officeDocument/2006/relationships/image" Target="../media/image35.png"/><Relationship Id="rId40" Type="http://schemas.openxmlformats.org/officeDocument/2006/relationships/customXml" Target="../ink/ink20.xml"/><Relationship Id="rId45" Type="http://schemas.openxmlformats.org/officeDocument/2006/relationships/image" Target="../media/image39.png"/><Relationship Id="rId5" Type="http://schemas.openxmlformats.org/officeDocument/2006/relationships/image" Target="../media/image20.png"/><Relationship Id="rId15" Type="http://schemas.openxmlformats.org/officeDocument/2006/relationships/image" Target="../media/image25.png"/><Relationship Id="rId23" Type="http://schemas.openxmlformats.org/officeDocument/2006/relationships/image" Target="../media/image29.png"/><Relationship Id="rId28" Type="http://schemas.openxmlformats.org/officeDocument/2006/relationships/customXml" Target="../ink/ink13.xml"/><Relationship Id="rId36" Type="http://schemas.openxmlformats.org/officeDocument/2006/relationships/customXml" Target="../ink/ink18.xml"/><Relationship Id="rId10" Type="http://schemas.openxmlformats.org/officeDocument/2006/relationships/customXml" Target="../ink/ink4.xml"/><Relationship Id="rId19" Type="http://schemas.openxmlformats.org/officeDocument/2006/relationships/image" Target="../media/image27.png"/><Relationship Id="rId31" Type="http://schemas.openxmlformats.org/officeDocument/2006/relationships/customXml" Target="../ink/ink15.xml"/><Relationship Id="rId44" Type="http://schemas.openxmlformats.org/officeDocument/2006/relationships/customXml" Target="../ink/ink22.xml"/><Relationship Id="rId4" Type="http://schemas.openxmlformats.org/officeDocument/2006/relationships/customXml" Target="../ink/ink1.xml"/><Relationship Id="rId9" Type="http://schemas.openxmlformats.org/officeDocument/2006/relationships/image" Target="../media/image22.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31.png"/><Relationship Id="rId30" Type="http://schemas.openxmlformats.org/officeDocument/2006/relationships/customXml" Target="../ink/ink14.xml"/><Relationship Id="rId35" Type="http://schemas.openxmlformats.org/officeDocument/2006/relationships/image" Target="../media/image34.png"/><Relationship Id="rId43" Type="http://schemas.openxmlformats.org/officeDocument/2006/relationships/image" Target="../media/image38.png"/><Relationship Id="rId8" Type="http://schemas.openxmlformats.org/officeDocument/2006/relationships/customXml" Target="../ink/ink3.xml"/><Relationship Id="rId3" Type="http://schemas.openxmlformats.org/officeDocument/2006/relationships/image" Target="../media/image20.jpeg"/><Relationship Id="rId12" Type="http://schemas.openxmlformats.org/officeDocument/2006/relationships/customXml" Target="../ink/ink5.xml"/><Relationship Id="rId17" Type="http://schemas.openxmlformats.org/officeDocument/2006/relationships/image" Target="../media/image26.png"/><Relationship Id="rId25" Type="http://schemas.openxmlformats.org/officeDocument/2006/relationships/image" Target="../media/image30.png"/><Relationship Id="rId33" Type="http://schemas.openxmlformats.org/officeDocument/2006/relationships/customXml" Target="../ink/ink16.xml"/><Relationship Id="rId38" Type="http://schemas.openxmlformats.org/officeDocument/2006/relationships/customXml" Target="../ink/ink19.xml"/><Relationship Id="rId46" Type="http://schemas.openxmlformats.org/officeDocument/2006/relationships/customXml" Target="../ink/ink23.xml"/><Relationship Id="rId20" Type="http://schemas.openxmlformats.org/officeDocument/2006/relationships/customXml" Target="../ink/ink9.xml"/><Relationship Id="rId41"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hyperlink" Target="https://www.nhs.uk/tests-and-treatments/clinical-trials/"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002/14651858.CD003641.pub3" TargetMode="Externa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Placeholder 1"/>
          <p:cNvSpPr>
            <a:spLocks noGrp="1"/>
          </p:cNvSpPr>
          <p:nvPr>
            <p:ph type="body"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lnSpc>
                <a:spcPts val="3200"/>
              </a:lnSpc>
              <a:spcBef>
                <a:spcPct val="0"/>
              </a:spcBef>
            </a:pPr>
            <a:r>
              <a:rPr lang="en-GB" altLang="en-US" sz="3200" b="1" dirty="0">
                <a:solidFill>
                  <a:srgbClr val="FFFF00"/>
                </a:solidFill>
                <a:ea typeface="ＭＳ Ｐゴシック" charset="-128"/>
              </a:rPr>
              <a:t>Obesity </a:t>
            </a:r>
          </a:p>
          <a:p>
            <a:pPr eaLnBrk="1" hangingPunct="1">
              <a:lnSpc>
                <a:spcPts val="3200"/>
              </a:lnSpc>
              <a:spcBef>
                <a:spcPct val="0"/>
              </a:spcBef>
            </a:pPr>
            <a:r>
              <a:rPr lang="en-GB" altLang="en-US" sz="3200" dirty="0">
                <a:solidFill>
                  <a:srgbClr val="FFFF00"/>
                </a:solidFill>
                <a:ea typeface="ＭＳ Ｐゴシック" charset="-128"/>
              </a:rPr>
              <a:t>Part One/Course 1</a:t>
            </a:r>
          </a:p>
          <a:p>
            <a:pPr eaLnBrk="1" hangingPunct="1">
              <a:spcBef>
                <a:spcPct val="0"/>
              </a:spcBef>
            </a:pPr>
            <a:endParaRPr lang="en-GB" altLang="en-US" sz="3200" dirty="0">
              <a:solidFill>
                <a:srgbClr val="FFFF00"/>
              </a:solidFill>
              <a:ea typeface="ＭＳ Ｐゴシック" charset="-128"/>
            </a:endParaRPr>
          </a:p>
          <a:p>
            <a:pPr eaLnBrk="1" hangingPunct="1">
              <a:spcBef>
                <a:spcPct val="0"/>
              </a:spcBef>
            </a:pPr>
            <a:endParaRPr lang="en-GB" altLang="en-US" sz="3200" b="1" dirty="0">
              <a:solidFill>
                <a:srgbClr val="FFFF00"/>
              </a:solidFill>
              <a:ea typeface="ＭＳ Ｐゴシック" charset="-128"/>
            </a:endParaRPr>
          </a:p>
        </p:txBody>
      </p:sp>
      <p:sp>
        <p:nvSpPr>
          <p:cNvPr id="13314" name="Text Placeholder 2"/>
          <p:cNvSpPr>
            <a:spLocks noGrp="1"/>
          </p:cNvSpPr>
          <p:nvPr>
            <p:ph type="body"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GB" altLang="en-US" dirty="0">
                <a:ea typeface="ＭＳ Ｐゴシック" charset="-128"/>
              </a:rPr>
              <a:t>Presentation by</a:t>
            </a:r>
          </a:p>
          <a:p>
            <a:pPr>
              <a:spcBef>
                <a:spcPct val="0"/>
              </a:spcBef>
            </a:pPr>
            <a:endParaRPr lang="en-US" altLang="en-US" dirty="0">
              <a:ea typeface="ＭＳ Ｐゴシック" charset="-128"/>
            </a:endParaRPr>
          </a:p>
        </p:txBody>
      </p:sp>
      <p:sp>
        <p:nvSpPr>
          <p:cNvPr id="13315" name="Text Placeholder 3"/>
          <p:cNvSpPr>
            <a:spLocks noGrp="1"/>
          </p:cNvSpPr>
          <p:nvPr>
            <p:ph type="body"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en-US" dirty="0">
                <a:ea typeface="ＭＳ Ｐゴシック"/>
              </a:rPr>
              <a:t>Dr Rob Grieve</a:t>
            </a:r>
          </a:p>
        </p:txBody>
      </p:sp>
      <p:pic>
        <p:nvPicPr>
          <p:cNvPr id="2" name="Picture 1">
            <a:extLst>
              <a:ext uri="{FF2B5EF4-FFF2-40B4-BE49-F238E27FC236}">
                <a16:creationId xmlns:a16="http://schemas.microsoft.com/office/drawing/2014/main" id="{6C362D18-C4BA-9141-B8E7-70332634D4D9}"/>
              </a:ext>
            </a:extLst>
          </p:cNvPr>
          <p:cNvPicPr>
            <a:picLocks noChangeAspect="1"/>
          </p:cNvPicPr>
          <p:nvPr/>
        </p:nvPicPr>
        <p:blipFill>
          <a:blip r:embed="rId2"/>
          <a:stretch>
            <a:fillRect/>
          </a:stretch>
        </p:blipFill>
        <p:spPr>
          <a:xfrm>
            <a:off x="2477291" y="2626321"/>
            <a:ext cx="4834547" cy="865707"/>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DA80673-2D74-DF13-3655-BCDD9D542F0B}"/>
              </a:ext>
            </a:extLst>
          </p:cNvPr>
          <p:cNvSpPr>
            <a:spLocks noGrp="1"/>
          </p:cNvSpPr>
          <p:nvPr>
            <p:ph type="body" sz="quarter" idx="10"/>
          </p:nvPr>
        </p:nvSpPr>
        <p:spPr>
          <a:xfrm>
            <a:off x="899594" y="216584"/>
            <a:ext cx="6668019" cy="488301"/>
          </a:xfrm>
        </p:spPr>
        <p:txBody>
          <a:bodyPr/>
          <a:lstStyle/>
          <a:p>
            <a:r>
              <a:rPr lang="en-GB" dirty="0"/>
              <a:t>Aims/Objectives/Content</a:t>
            </a:r>
          </a:p>
        </p:txBody>
      </p:sp>
      <p:sp>
        <p:nvSpPr>
          <p:cNvPr id="5" name="Text Placeholder 4">
            <a:extLst>
              <a:ext uri="{FF2B5EF4-FFF2-40B4-BE49-F238E27FC236}">
                <a16:creationId xmlns:a16="http://schemas.microsoft.com/office/drawing/2014/main" id="{88E9B27D-9BFE-8051-C041-FD2FAEBCD028}"/>
              </a:ext>
            </a:extLst>
          </p:cNvPr>
          <p:cNvSpPr>
            <a:spLocks noGrp="1"/>
          </p:cNvSpPr>
          <p:nvPr>
            <p:ph type="body" sz="quarter" idx="11"/>
          </p:nvPr>
        </p:nvSpPr>
        <p:spPr>
          <a:xfrm>
            <a:off x="431442" y="869448"/>
            <a:ext cx="8493617" cy="3747628"/>
          </a:xfrm>
        </p:spPr>
        <p:txBody>
          <a:bodyPr/>
          <a:lstStyle/>
          <a:p>
            <a:r>
              <a:rPr lang="en-GB" sz="1800" dirty="0">
                <a:solidFill>
                  <a:schemeClr val="tx2"/>
                </a:solidFill>
              </a:rPr>
              <a:t>Brief overview of pathophysiology related to obesity/overweight population-Set the Scene.</a:t>
            </a:r>
          </a:p>
          <a:p>
            <a:r>
              <a:rPr lang="en-GB" sz="1800" dirty="0">
                <a:solidFill>
                  <a:schemeClr val="tx2"/>
                </a:solidFill>
              </a:rPr>
              <a:t>To recognise the benefits of physical activity and exercise in the management treatment of obesity.</a:t>
            </a:r>
          </a:p>
          <a:p>
            <a:r>
              <a:rPr lang="en-GB" sz="1800" dirty="0">
                <a:solidFill>
                  <a:schemeClr val="tx2"/>
                </a:solidFill>
              </a:rPr>
              <a:t>Appreciate the complexity of exercise programming for obesity and its associated</a:t>
            </a:r>
          </a:p>
          <a:p>
            <a:pPr marL="0" indent="0">
              <a:buNone/>
            </a:pPr>
            <a:r>
              <a:rPr lang="en-GB" sz="1800" dirty="0">
                <a:solidFill>
                  <a:schemeClr val="tx2"/>
                </a:solidFill>
              </a:rPr>
              <a:t>      co-morbidities</a:t>
            </a:r>
          </a:p>
          <a:p>
            <a:r>
              <a:rPr lang="en-GB" sz="1800" dirty="0">
                <a:solidFill>
                  <a:schemeClr val="tx2"/>
                </a:solidFill>
              </a:rPr>
              <a:t>To demonstrate evidence based practice in clinical exercise. </a:t>
            </a:r>
          </a:p>
          <a:p>
            <a:endParaRPr lang="en-GB" dirty="0"/>
          </a:p>
          <a:p>
            <a:endParaRPr lang="en-GB" dirty="0"/>
          </a:p>
        </p:txBody>
      </p:sp>
    </p:spTree>
    <p:extLst>
      <p:ext uri="{BB962C8B-B14F-4D97-AF65-F5344CB8AC3E}">
        <p14:creationId xmlns:p14="http://schemas.microsoft.com/office/powerpoint/2010/main" val="258795141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2EDE2-DBAF-ABA7-AF38-3D9DDADBE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078E5-F08F-B6B8-7F08-AD7D70800B49}"/>
              </a:ext>
            </a:extLst>
          </p:cNvPr>
          <p:cNvSpPr>
            <a:spLocks noGrp="1"/>
          </p:cNvSpPr>
          <p:nvPr>
            <p:ph type="title"/>
          </p:nvPr>
        </p:nvSpPr>
        <p:spPr>
          <a:xfrm>
            <a:off x="270164" y="190768"/>
            <a:ext cx="7314768" cy="952232"/>
          </a:xfrm>
        </p:spPr>
        <p:txBody>
          <a:bodyPr anchor="t">
            <a:normAutofit/>
          </a:bodyPr>
          <a:lstStyle/>
          <a:p>
            <a:pPr algn="ctr"/>
            <a:r>
              <a:rPr lang="en-US" sz="4000" dirty="0">
                <a:solidFill>
                  <a:schemeClr val="accent1"/>
                </a:solidFill>
              </a:rPr>
              <a:t>What is Obesity?</a:t>
            </a:r>
            <a:br>
              <a:rPr lang="en-US" dirty="0"/>
            </a:br>
            <a:endParaRPr lang="en-GB" sz="1800" dirty="0"/>
          </a:p>
        </p:txBody>
      </p:sp>
      <p:pic>
        <p:nvPicPr>
          <p:cNvPr id="8" name="Content Placeholder 7">
            <a:extLst>
              <a:ext uri="{FF2B5EF4-FFF2-40B4-BE49-F238E27FC236}">
                <a16:creationId xmlns:a16="http://schemas.microsoft.com/office/drawing/2014/main" id="{DD24C0D9-FB9C-4BEF-54A3-AEFA1039F8A3}"/>
              </a:ext>
            </a:extLst>
          </p:cNvPr>
          <p:cNvPicPr>
            <a:picLocks noGrp="1" noChangeAspect="1"/>
          </p:cNvPicPr>
          <p:nvPr>
            <p:ph sz="half"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69875" y="1544989"/>
            <a:ext cx="4244975" cy="2831398"/>
          </a:xfrm>
        </p:spPr>
      </p:pic>
      <p:sp>
        <p:nvSpPr>
          <p:cNvPr id="6" name="TextBox 5">
            <a:extLst>
              <a:ext uri="{FF2B5EF4-FFF2-40B4-BE49-F238E27FC236}">
                <a16:creationId xmlns:a16="http://schemas.microsoft.com/office/drawing/2014/main" id="{EE75F395-83F5-B3B3-718F-021CD973F902}"/>
              </a:ext>
            </a:extLst>
          </p:cNvPr>
          <p:cNvSpPr txBox="1"/>
          <p:nvPr/>
        </p:nvSpPr>
        <p:spPr>
          <a:xfrm>
            <a:off x="3650725" y="1092924"/>
            <a:ext cx="4894265" cy="2585323"/>
          </a:xfrm>
          <a:prstGeom prst="rect">
            <a:avLst/>
          </a:prstGeom>
          <a:noFill/>
        </p:spPr>
        <p:txBody>
          <a:bodyPr wrap="square">
            <a:spAutoFit/>
          </a:bodyPr>
          <a:lstStyle/>
          <a:p>
            <a:pPr marL="285750" indent="-285750" algn="l">
              <a:buFont typeface="Arial" panose="020B0604020202020204" pitchFamily="34" charset="0"/>
              <a:buChar char="•"/>
            </a:pPr>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Obesity is defined as ‘abnormal or excessive fat accumulation that may impair health’ and is often attributed to low levels of physical activity and a disproportionate energy intake (Hill et al., 2012; World Health Organisation, 2017). </a:t>
            </a:r>
          </a:p>
          <a:p>
            <a:pPr marL="285750" indent="-285750" algn="l">
              <a:buFont typeface="Arial" panose="020B0604020202020204" pitchFamily="34" charset="0"/>
              <a:buChar char="•"/>
            </a:pPr>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Obesity is classified following prolonged</a:t>
            </a:r>
          </a:p>
          <a:p>
            <a:pPr algn="l"/>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      weight gain when the body’s energy stores of   </a:t>
            </a:r>
          </a:p>
          <a:p>
            <a:pPr algn="l"/>
            <a:r>
              <a:rPr lang="en-GB" dirty="0">
                <a:latin typeface="Calibri" panose="020F0502020204030204" pitchFamily="34" charset="0"/>
                <a:ea typeface="Calibri" panose="020F0502020204030204" pitchFamily="34" charset="0"/>
                <a:cs typeface="Calibri" panose="020F0502020204030204" pitchFamily="34" charset="0"/>
              </a:rPr>
              <a:t>      </a:t>
            </a:r>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fat exceed those that are expended.</a:t>
            </a:r>
          </a:p>
        </p:txBody>
      </p:sp>
      <p:pic>
        <p:nvPicPr>
          <p:cNvPr id="5" name="Picture 4">
            <a:extLst>
              <a:ext uri="{FF2B5EF4-FFF2-40B4-BE49-F238E27FC236}">
                <a16:creationId xmlns:a16="http://schemas.microsoft.com/office/drawing/2014/main" id="{67F5632A-937A-C144-EA4E-7828EDC7F40B}"/>
              </a:ext>
            </a:extLst>
          </p:cNvPr>
          <p:cNvPicPr>
            <a:picLocks noChangeAspect="1"/>
          </p:cNvPicPr>
          <p:nvPr/>
        </p:nvPicPr>
        <p:blipFill>
          <a:blip r:embed="rId5"/>
          <a:stretch>
            <a:fillRect/>
          </a:stretch>
        </p:blipFill>
        <p:spPr>
          <a:xfrm>
            <a:off x="269875" y="1235347"/>
            <a:ext cx="3263972" cy="2773843"/>
          </a:xfrm>
          <a:prstGeom prst="rect">
            <a:avLst/>
          </a:prstGeom>
        </p:spPr>
      </p:pic>
    </p:spTree>
    <p:extLst>
      <p:ext uri="{BB962C8B-B14F-4D97-AF65-F5344CB8AC3E}">
        <p14:creationId xmlns:p14="http://schemas.microsoft.com/office/powerpoint/2010/main" val="408116548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9ED6DA64-CDDC-B4F3-39E1-5B10C8F954A7}"/>
              </a:ext>
            </a:extLst>
          </p:cNvPr>
          <p:cNvSpPr>
            <a:spLocks noGrp="1"/>
          </p:cNvSpPr>
          <p:nvPr>
            <p:ph type="title"/>
          </p:nvPr>
        </p:nvSpPr>
        <p:spPr>
          <a:xfrm>
            <a:off x="628650" y="519523"/>
            <a:ext cx="7886700" cy="540059"/>
          </a:xfrm>
        </p:spPr>
        <p:txBody>
          <a:bodyPr/>
          <a:lstStyle/>
          <a:p>
            <a:r>
              <a:rPr lang="en-US" dirty="0"/>
              <a:t>WHO Definition of Overweight and Obesity</a:t>
            </a:r>
          </a:p>
        </p:txBody>
      </p:sp>
      <p:sp>
        <p:nvSpPr>
          <p:cNvPr id="6" name="Text Placeholder 5">
            <a:extLst>
              <a:ext uri="{FF2B5EF4-FFF2-40B4-BE49-F238E27FC236}">
                <a16:creationId xmlns:a16="http://schemas.microsoft.com/office/drawing/2014/main" id="{99BF80BB-87C8-9A15-8D20-32A52E619958}"/>
              </a:ext>
            </a:extLst>
          </p:cNvPr>
          <p:cNvSpPr>
            <a:spLocks noGrp="1"/>
          </p:cNvSpPr>
          <p:nvPr>
            <p:ph sz="half" idx="1"/>
          </p:nvPr>
        </p:nvSpPr>
        <p:spPr>
          <a:xfrm>
            <a:off x="218112" y="1142999"/>
            <a:ext cx="5852487" cy="3480977"/>
          </a:xfrm>
        </p:spPr>
        <p:txBody>
          <a:bodyPr>
            <a:normAutofit fontScale="40000" lnSpcReduction="20000"/>
          </a:bodyPr>
          <a:lstStyle/>
          <a:p>
            <a:pPr>
              <a:lnSpc>
                <a:spcPts val="1700"/>
              </a:lnSpc>
              <a:spcBef>
                <a:spcPts val="0"/>
              </a:spcBef>
            </a:pPr>
            <a:r>
              <a:rPr lang="en-GB" sz="4000" dirty="0"/>
              <a:t>A diagnosis of overweight or obesity is made by measuring people’s weight and height and by calculating the </a:t>
            </a:r>
            <a:r>
              <a:rPr lang="en-GB" sz="4000" b="1" dirty="0"/>
              <a:t>body mass index </a:t>
            </a:r>
            <a:r>
              <a:rPr lang="en-GB" sz="4000" dirty="0"/>
              <a:t>(BMI): weight (kg)/height² (m²).</a:t>
            </a:r>
          </a:p>
          <a:p>
            <a:pPr>
              <a:lnSpc>
                <a:spcPts val="1700"/>
              </a:lnSpc>
            </a:pPr>
            <a:r>
              <a:rPr lang="en-GB" sz="4000" dirty="0"/>
              <a:t>The body mass index is a marker of fatness and additional measurements, such as the </a:t>
            </a:r>
            <a:r>
              <a:rPr lang="en-GB" sz="4000" b="1" dirty="0"/>
              <a:t>waist circumference</a:t>
            </a:r>
            <a:r>
              <a:rPr lang="en-GB" sz="4000" dirty="0"/>
              <a:t>, can help the diagnosis of obesity. </a:t>
            </a:r>
          </a:p>
          <a:p>
            <a:pPr>
              <a:lnSpc>
                <a:spcPts val="1700"/>
              </a:lnSpc>
            </a:pPr>
            <a:r>
              <a:rPr lang="en-GB" sz="4000" b="1" dirty="0"/>
              <a:t>Also, calculating body fat percentage </a:t>
            </a:r>
            <a:r>
              <a:rPr lang="en-GB" sz="4000" dirty="0"/>
              <a:t>(is the amount of your total body weight that's made up of fat) using skinfold </a:t>
            </a:r>
            <a:r>
              <a:rPr lang="en-GB" sz="4000" dirty="0" err="1"/>
              <a:t>calipers</a:t>
            </a:r>
            <a:r>
              <a:rPr lang="en-GB" sz="4000" dirty="0"/>
              <a:t>. </a:t>
            </a:r>
          </a:p>
          <a:p>
            <a:pPr marL="0" indent="0">
              <a:lnSpc>
                <a:spcPts val="1700"/>
              </a:lnSpc>
              <a:spcBef>
                <a:spcPts val="0"/>
              </a:spcBef>
              <a:buNone/>
            </a:pPr>
            <a:r>
              <a:rPr lang="en-GB" sz="4000" dirty="0"/>
              <a:t>       The BMI categories for defining obesity vary by age and gender     </a:t>
            </a:r>
          </a:p>
          <a:p>
            <a:pPr marL="0" indent="0">
              <a:lnSpc>
                <a:spcPts val="1700"/>
              </a:lnSpc>
              <a:spcBef>
                <a:spcPts val="0"/>
              </a:spcBef>
              <a:buNone/>
            </a:pPr>
            <a:r>
              <a:rPr lang="en-GB" sz="4000" dirty="0"/>
              <a:t>       for adults, adolescents, children and infants.</a:t>
            </a:r>
          </a:p>
          <a:p>
            <a:pPr marL="0" indent="0">
              <a:lnSpc>
                <a:spcPts val="1700"/>
              </a:lnSpc>
              <a:spcBef>
                <a:spcPts val="0"/>
              </a:spcBef>
              <a:buNone/>
            </a:pPr>
            <a:r>
              <a:rPr lang="en-GB" sz="4000" b="1" dirty="0"/>
              <a:t>       Adults-</a:t>
            </a:r>
            <a:r>
              <a:rPr lang="en-GB" sz="4000" dirty="0"/>
              <a:t> overweight is a BMI greater than or equal to 25; and   </a:t>
            </a:r>
          </a:p>
          <a:p>
            <a:pPr marL="0" indent="0">
              <a:lnSpc>
                <a:spcPts val="1700"/>
              </a:lnSpc>
              <a:spcBef>
                <a:spcPts val="0"/>
              </a:spcBef>
              <a:buNone/>
            </a:pPr>
            <a:r>
              <a:rPr lang="en-GB" sz="4000" dirty="0"/>
              <a:t>       obesity is a BMI greater than or equal to 30.</a:t>
            </a:r>
          </a:p>
          <a:p>
            <a:pPr marL="0" indent="0">
              <a:lnSpc>
                <a:spcPts val="1700"/>
              </a:lnSpc>
              <a:spcBef>
                <a:spcPts val="0"/>
              </a:spcBef>
              <a:buNone/>
            </a:pPr>
            <a:endParaRPr lang="en-GB" sz="4000" dirty="0"/>
          </a:p>
          <a:p>
            <a:pPr marL="0" indent="0">
              <a:lnSpc>
                <a:spcPts val="1700"/>
              </a:lnSpc>
              <a:spcBef>
                <a:spcPts val="0"/>
              </a:spcBef>
              <a:buNone/>
            </a:pPr>
            <a:r>
              <a:rPr lang="en-GB" sz="4500" b="1" dirty="0">
                <a:solidFill>
                  <a:srgbClr val="FF0000"/>
                </a:solidFill>
              </a:rPr>
              <a:t>TASK: Is BMI a reliable or valid measurement of obesity?</a:t>
            </a:r>
          </a:p>
          <a:p>
            <a:pPr marL="0" indent="0">
              <a:lnSpc>
                <a:spcPct val="90000"/>
              </a:lnSpc>
              <a:buNone/>
            </a:pPr>
            <a:endParaRPr lang="en-GB" sz="1000" dirty="0"/>
          </a:p>
        </p:txBody>
      </p:sp>
      <p:pic>
        <p:nvPicPr>
          <p:cNvPr id="1026" name="Picture 2" descr="BMI classification chart measurement man set. Male Body Mass Index ...">
            <a:extLst>
              <a:ext uri="{FF2B5EF4-FFF2-40B4-BE49-F238E27FC236}">
                <a16:creationId xmlns:a16="http://schemas.microsoft.com/office/drawing/2014/main" id="{1CD8F650-6785-472E-4FC2-F2D916C0FED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14533" y="1240085"/>
            <a:ext cx="2826410" cy="2663330"/>
          </a:xfrm>
          <a:prstGeom prst="rect">
            <a:avLst/>
          </a:prstGeom>
          <a:solidFill>
            <a:srgbClr val="FFFFFF"/>
          </a:solidFill>
        </p:spPr>
      </p:pic>
    </p:spTree>
    <p:extLst>
      <p:ext uri="{BB962C8B-B14F-4D97-AF65-F5344CB8AC3E}">
        <p14:creationId xmlns:p14="http://schemas.microsoft.com/office/powerpoint/2010/main" val="31599568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349900F-2F78-2169-FE4F-0E782C0F0DB6}"/>
              </a:ext>
            </a:extLst>
          </p:cNvPr>
          <p:cNvSpPr>
            <a:spLocks noGrp="1"/>
          </p:cNvSpPr>
          <p:nvPr>
            <p:ph type="title"/>
          </p:nvPr>
        </p:nvSpPr>
        <p:spPr>
          <a:xfrm>
            <a:off x="281883" y="183964"/>
            <a:ext cx="8579910" cy="540060"/>
          </a:xfrm>
        </p:spPr>
        <p:txBody>
          <a:bodyPr>
            <a:normAutofit/>
          </a:bodyPr>
          <a:lstStyle/>
          <a:p>
            <a:r>
              <a:rPr lang="en-US" dirty="0"/>
              <a:t>Calculate BMI Height/Weight  </a:t>
            </a:r>
            <a:r>
              <a:rPr lang="en-US" dirty="0">
                <a:hlinkClick r:id="rId2"/>
              </a:rPr>
              <a:t>BMI Calculator Link</a:t>
            </a:r>
            <a:endParaRPr lang="en-US" dirty="0"/>
          </a:p>
        </p:txBody>
      </p:sp>
      <p:pic>
        <p:nvPicPr>
          <p:cNvPr id="6" name="Content Placeholder 5">
            <a:extLst>
              <a:ext uri="{FF2B5EF4-FFF2-40B4-BE49-F238E27FC236}">
                <a16:creationId xmlns:a16="http://schemas.microsoft.com/office/drawing/2014/main" id="{D2049164-A69B-4D77-41C4-E64E8895DA9D}"/>
              </a:ext>
            </a:extLst>
          </p:cNvPr>
          <p:cNvPicPr>
            <a:picLocks noGrp="1" noChangeAspect="1"/>
          </p:cNvPicPr>
          <p:nvPr>
            <p:ph type="pic" sz="quarter" idx="13"/>
          </p:nvPr>
        </p:nvPicPr>
        <p:blipFill>
          <a:blip r:embed="rId3"/>
          <a:stretch/>
        </p:blipFill>
        <p:spPr>
          <a:xfrm>
            <a:off x="525857" y="776896"/>
            <a:ext cx="7728822" cy="4257548"/>
          </a:xfrm>
          <a:noFill/>
        </p:spPr>
      </p:pic>
    </p:spTree>
    <p:extLst>
      <p:ext uri="{BB962C8B-B14F-4D97-AF65-F5344CB8AC3E}">
        <p14:creationId xmlns:p14="http://schemas.microsoft.com/office/powerpoint/2010/main" val="49969621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2610BE-A07F-9D86-685F-377AC7BA12F8}"/>
              </a:ext>
            </a:extLst>
          </p:cNvPr>
          <p:cNvSpPr>
            <a:spLocks noGrp="1"/>
          </p:cNvSpPr>
          <p:nvPr>
            <p:ph type="title"/>
          </p:nvPr>
        </p:nvSpPr>
        <p:spPr>
          <a:xfrm>
            <a:off x="304127" y="138410"/>
            <a:ext cx="8309973" cy="702078"/>
          </a:xfrm>
        </p:spPr>
        <p:txBody>
          <a:bodyPr>
            <a:normAutofit/>
          </a:bodyPr>
          <a:lstStyle/>
          <a:p>
            <a:r>
              <a:rPr lang="en-GB" sz="3200" dirty="0">
                <a:solidFill>
                  <a:srgbClr val="C00000"/>
                </a:solidFill>
              </a:rPr>
              <a:t>Obesity-Key Facts (WHO: Dec 2025)</a:t>
            </a:r>
          </a:p>
        </p:txBody>
      </p:sp>
      <p:sp>
        <p:nvSpPr>
          <p:cNvPr id="6" name="Text Placeholder 5">
            <a:extLst>
              <a:ext uri="{FF2B5EF4-FFF2-40B4-BE49-F238E27FC236}">
                <a16:creationId xmlns:a16="http://schemas.microsoft.com/office/drawing/2014/main" id="{2E9D5668-A961-4AD0-9739-68A292DC5380}"/>
              </a:ext>
            </a:extLst>
          </p:cNvPr>
          <p:cNvSpPr>
            <a:spLocks noGrp="1"/>
          </p:cNvSpPr>
          <p:nvPr>
            <p:ph type="body" sz="quarter" idx="11"/>
          </p:nvPr>
        </p:nvSpPr>
        <p:spPr>
          <a:xfrm>
            <a:off x="205891" y="780932"/>
            <a:ext cx="6084842" cy="4362568"/>
          </a:xfrm>
        </p:spPr>
        <p:txBody>
          <a:bodyPr/>
          <a:lstStyle/>
          <a:p>
            <a:endParaRPr lang="en-GB" b="1" dirty="0"/>
          </a:p>
          <a:p>
            <a:pPr marL="285750" indent="-285750">
              <a:lnSpc>
                <a:spcPts val="2500"/>
              </a:lnSpc>
              <a:buFont typeface="Arial" panose="020B0604020202020204" pitchFamily="34" charset="0"/>
              <a:buChar char="•"/>
            </a:pPr>
            <a:r>
              <a:rPr lang="en-GB" sz="2000" dirty="0"/>
              <a:t>In 2022, 1 in 8 people in the world were living with obesity. Worldwide adult obesity has more than doubled since 1990, and adolescent obesity has quadrupled.</a:t>
            </a:r>
          </a:p>
          <a:p>
            <a:pPr marL="285750" indent="-285750">
              <a:lnSpc>
                <a:spcPts val="2500"/>
              </a:lnSpc>
              <a:buFont typeface="Arial" panose="020B0604020202020204" pitchFamily="34" charset="0"/>
              <a:buChar char="•"/>
            </a:pPr>
            <a:r>
              <a:rPr lang="en-GB" sz="2000" dirty="0"/>
              <a:t>In 2022, 2.5 billion adults (18 years and older) were overweight. Of these, 890 million were living with obesity.</a:t>
            </a:r>
          </a:p>
          <a:p>
            <a:pPr marL="285750" indent="-285750">
              <a:lnSpc>
                <a:spcPts val="2500"/>
              </a:lnSpc>
              <a:buFont typeface="Arial" panose="020B0604020202020204" pitchFamily="34" charset="0"/>
              <a:buChar char="•"/>
            </a:pPr>
            <a:r>
              <a:rPr lang="en-GB" sz="2000" dirty="0"/>
              <a:t>In 2022, 43% of adults aged 18 years and over were overweight and 16% were living with obesity.</a:t>
            </a:r>
          </a:p>
          <a:p>
            <a:pPr marL="285750" indent="-285750">
              <a:lnSpc>
                <a:spcPts val="2500"/>
              </a:lnSpc>
              <a:buFont typeface="Arial" panose="020B0604020202020204" pitchFamily="34" charset="0"/>
              <a:buChar char="•"/>
            </a:pPr>
            <a:r>
              <a:rPr lang="en-GB" sz="2000" dirty="0"/>
              <a:t>In 2024, 35 million children under the age of 5 were overweight. Over 390 million children and adolescents aged 5–19 years were overweight in 2022, including 160 million who were living with obesity.</a:t>
            </a:r>
          </a:p>
          <a:p>
            <a:pPr>
              <a:lnSpc>
                <a:spcPts val="2500"/>
              </a:lnSpc>
            </a:pPr>
            <a:br>
              <a:rPr lang="en-GB" sz="2000" dirty="0"/>
            </a:br>
            <a:endParaRPr lang="en-GB" sz="2000" dirty="0"/>
          </a:p>
        </p:txBody>
      </p:sp>
      <p:pic>
        <p:nvPicPr>
          <p:cNvPr id="9" name="Picture 8">
            <a:extLst>
              <a:ext uri="{FF2B5EF4-FFF2-40B4-BE49-F238E27FC236}">
                <a16:creationId xmlns:a16="http://schemas.microsoft.com/office/drawing/2014/main" id="{E164CCBB-3FDE-E553-8AC1-FA35E3F90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5574" y="1258766"/>
            <a:ext cx="2562535" cy="2349500"/>
          </a:xfrm>
          <a:prstGeom prst="rect">
            <a:avLst/>
          </a:prstGeom>
        </p:spPr>
      </p:pic>
    </p:spTree>
    <p:extLst>
      <p:ext uri="{BB962C8B-B14F-4D97-AF65-F5344CB8AC3E}">
        <p14:creationId xmlns:p14="http://schemas.microsoft.com/office/powerpoint/2010/main" val="206593576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A05EB-67A3-5631-4EC6-088E1636C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EA044-D557-A2FE-9B1D-6CD0939DA78D}"/>
              </a:ext>
            </a:extLst>
          </p:cNvPr>
          <p:cNvSpPr>
            <a:spLocks noGrp="1"/>
          </p:cNvSpPr>
          <p:nvPr>
            <p:ph type="title"/>
          </p:nvPr>
        </p:nvSpPr>
        <p:spPr>
          <a:xfrm>
            <a:off x="270164" y="190768"/>
            <a:ext cx="7314768" cy="626742"/>
          </a:xfrm>
        </p:spPr>
        <p:txBody>
          <a:bodyPr anchor="t">
            <a:normAutofit/>
          </a:bodyPr>
          <a:lstStyle/>
          <a:p>
            <a:pPr algn="ctr"/>
            <a:r>
              <a:rPr lang="en-US" sz="4000" dirty="0">
                <a:solidFill>
                  <a:schemeClr val="accent1"/>
                </a:solidFill>
              </a:rPr>
              <a:t>Causes of Obesity</a:t>
            </a:r>
          </a:p>
        </p:txBody>
      </p:sp>
      <p:pic>
        <p:nvPicPr>
          <p:cNvPr id="5" name="Content Placeholder 4">
            <a:extLst>
              <a:ext uri="{FF2B5EF4-FFF2-40B4-BE49-F238E27FC236}">
                <a16:creationId xmlns:a16="http://schemas.microsoft.com/office/drawing/2014/main" id="{E4B8717B-74E4-D79B-A869-29C006030A1B}"/>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92279" y="1468438"/>
            <a:ext cx="4000167" cy="2984500"/>
          </a:xfrm>
        </p:spPr>
      </p:pic>
      <p:sp>
        <p:nvSpPr>
          <p:cNvPr id="6" name="TextBox 5">
            <a:extLst>
              <a:ext uri="{FF2B5EF4-FFF2-40B4-BE49-F238E27FC236}">
                <a16:creationId xmlns:a16="http://schemas.microsoft.com/office/drawing/2014/main" id="{E8660932-E64D-2F18-AEFC-E35D589BD613}"/>
              </a:ext>
            </a:extLst>
          </p:cNvPr>
          <p:cNvSpPr txBox="1"/>
          <p:nvPr/>
        </p:nvSpPr>
        <p:spPr>
          <a:xfrm>
            <a:off x="3539067" y="883196"/>
            <a:ext cx="5389203" cy="4801314"/>
          </a:xfrm>
          <a:prstGeom prst="rect">
            <a:avLst/>
          </a:prstGeom>
          <a:noFill/>
        </p:spPr>
        <p:txBody>
          <a:bodyPr wrap="square">
            <a:spAutoFit/>
          </a:bodyPr>
          <a:lstStyle/>
          <a:p>
            <a:pPr algn="l"/>
            <a:r>
              <a:rPr lang="en-GB" b="0" i="0" u="none" strike="noStrike" baseline="0" dirty="0">
                <a:latin typeface="+mn-lt"/>
              </a:rPr>
              <a:t>The main cause of overweight and obesity is physical inactivity, excessive sedentary behaviour and/or increased calorie consumption (Herring and Broom, 2022)</a:t>
            </a:r>
          </a:p>
          <a:p>
            <a:r>
              <a:rPr lang="en-GB" dirty="0">
                <a:solidFill>
                  <a:srgbClr val="FF0000"/>
                </a:solidFill>
                <a:latin typeface="+mn-lt"/>
              </a:rPr>
              <a:t>HOWEVER,</a:t>
            </a:r>
            <a:r>
              <a:rPr lang="en-GB" dirty="0">
                <a:latin typeface="+mn-lt"/>
              </a:rPr>
              <a:t> weight gain can be a result of medical conditions (e.g. endocrine disorders, hyperthyroidism) or a side effect of medications and smoking cessation.</a:t>
            </a:r>
          </a:p>
          <a:p>
            <a:endParaRPr lang="en-GB" dirty="0">
              <a:latin typeface="+mn-lt"/>
            </a:endParaRPr>
          </a:p>
          <a:p>
            <a:r>
              <a:rPr lang="en-GB" dirty="0">
                <a:latin typeface="+mn-lt"/>
              </a:rPr>
              <a:t>It can also be the result of genetic disorders e.g. Prader-Willi syndrome, and whilst genes play a role in the development of obesity, the gene pool has not changed that significantly in recent decades to be the main contributing factor (Herring and Broom, 2022).</a:t>
            </a:r>
          </a:p>
          <a:p>
            <a:pPr algn="l"/>
            <a:endParaRPr lang="en-GB" dirty="0">
              <a:latin typeface="BemboMTPro-Regular"/>
            </a:endParaRPr>
          </a:p>
          <a:p>
            <a:pPr algn="l"/>
            <a:endParaRPr lang="en-GB" dirty="0">
              <a:latin typeface="BemboMTPro-Regular"/>
            </a:endParaRPr>
          </a:p>
          <a:p>
            <a:pPr algn="l"/>
            <a:endParaRPr lang="en-GB" dirty="0">
              <a:latin typeface="BemboMTPro-Regular"/>
            </a:endParaRPr>
          </a:p>
          <a:p>
            <a:pPr algn="l"/>
            <a:endParaRPr lang="en-GB" dirty="0"/>
          </a:p>
        </p:txBody>
      </p:sp>
      <p:pic>
        <p:nvPicPr>
          <p:cNvPr id="4" name="Picture 3">
            <a:extLst>
              <a:ext uri="{FF2B5EF4-FFF2-40B4-BE49-F238E27FC236}">
                <a16:creationId xmlns:a16="http://schemas.microsoft.com/office/drawing/2014/main" id="{EA1C7FEC-1503-C853-EB54-3F992BDB2574}"/>
              </a:ext>
            </a:extLst>
          </p:cNvPr>
          <p:cNvPicPr>
            <a:picLocks noChangeAspect="1"/>
          </p:cNvPicPr>
          <p:nvPr/>
        </p:nvPicPr>
        <p:blipFill>
          <a:blip r:embed="rId5"/>
          <a:stretch>
            <a:fillRect/>
          </a:stretch>
        </p:blipFill>
        <p:spPr>
          <a:xfrm>
            <a:off x="469731" y="1327330"/>
            <a:ext cx="2900003" cy="2690028"/>
          </a:xfrm>
          <a:prstGeom prst="rect">
            <a:avLst/>
          </a:prstGeom>
        </p:spPr>
      </p:pic>
    </p:spTree>
    <p:extLst>
      <p:ext uri="{BB962C8B-B14F-4D97-AF65-F5344CB8AC3E}">
        <p14:creationId xmlns:p14="http://schemas.microsoft.com/office/powerpoint/2010/main" val="5364849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16FE2-C625-C225-8E56-86636344B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63B32-797C-5E85-5020-B837EFEA51B1}"/>
              </a:ext>
            </a:extLst>
          </p:cNvPr>
          <p:cNvSpPr>
            <a:spLocks noGrp="1"/>
          </p:cNvSpPr>
          <p:nvPr>
            <p:ph type="title"/>
          </p:nvPr>
        </p:nvSpPr>
        <p:spPr>
          <a:xfrm>
            <a:off x="270163" y="52795"/>
            <a:ext cx="8159733" cy="776826"/>
          </a:xfrm>
        </p:spPr>
        <p:txBody>
          <a:bodyPr anchor="t">
            <a:normAutofit fontScale="90000"/>
          </a:bodyPr>
          <a:lstStyle/>
          <a:p>
            <a:pPr algn="ctr"/>
            <a:r>
              <a:rPr lang="en-US" sz="4000" dirty="0">
                <a:solidFill>
                  <a:schemeClr val="accent1"/>
                </a:solidFill>
              </a:rPr>
              <a:t>Obesity Co-morbidities</a:t>
            </a:r>
            <a:br>
              <a:rPr lang="en-US" sz="4000" dirty="0">
                <a:solidFill>
                  <a:schemeClr val="accent1"/>
                </a:solidFill>
              </a:rPr>
            </a:br>
            <a:r>
              <a:rPr lang="en-US" sz="2000" dirty="0">
                <a:solidFill>
                  <a:schemeClr val="accent1"/>
                </a:solidFill>
              </a:rPr>
              <a:t>Literature identified by Herring and Bloom, (2022)</a:t>
            </a:r>
            <a:br>
              <a:rPr lang="en-US" sz="2000" dirty="0"/>
            </a:br>
            <a:endParaRPr lang="en-GB" sz="2000" dirty="0"/>
          </a:p>
        </p:txBody>
      </p:sp>
      <p:pic>
        <p:nvPicPr>
          <p:cNvPr id="5" name="Content Placeholder 4">
            <a:extLst>
              <a:ext uri="{FF2B5EF4-FFF2-40B4-BE49-F238E27FC236}">
                <a16:creationId xmlns:a16="http://schemas.microsoft.com/office/drawing/2014/main" id="{22A3BCBC-9EE6-6112-CC3D-D3754FA59D7E}"/>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92279" y="1468438"/>
            <a:ext cx="4000167" cy="2984500"/>
          </a:xfrm>
        </p:spPr>
      </p:pic>
      <p:sp>
        <p:nvSpPr>
          <p:cNvPr id="6" name="TextBox 5">
            <a:extLst>
              <a:ext uri="{FF2B5EF4-FFF2-40B4-BE49-F238E27FC236}">
                <a16:creationId xmlns:a16="http://schemas.microsoft.com/office/drawing/2014/main" id="{9821D743-95CA-399F-43DC-3626A2ECDC08}"/>
              </a:ext>
            </a:extLst>
          </p:cNvPr>
          <p:cNvSpPr txBox="1"/>
          <p:nvPr/>
        </p:nvSpPr>
        <p:spPr>
          <a:xfrm>
            <a:off x="61157" y="1002065"/>
            <a:ext cx="4711140" cy="3693319"/>
          </a:xfrm>
          <a:prstGeom prst="rect">
            <a:avLst/>
          </a:prstGeom>
          <a:noFill/>
        </p:spPr>
        <p:txBody>
          <a:bodyPr wrap="square">
            <a:spAutoFit/>
          </a:bodyPr>
          <a:lstStyle/>
          <a:p>
            <a:r>
              <a:rPr lang="en-GB" dirty="0"/>
              <a:t>The rising prevalence of obesity is contributing to significant </a:t>
            </a:r>
            <a:r>
              <a:rPr lang="en-GB" b="1" dirty="0"/>
              <a:t>cardio-metabolic complications </a:t>
            </a:r>
            <a:r>
              <a:rPr lang="en-GB" dirty="0"/>
              <a:t>and higher rates of obesity-related diseases (Vinciguerra et al., 2013), such as </a:t>
            </a:r>
            <a:r>
              <a:rPr lang="en-GB" b="1" dirty="0"/>
              <a:t>T2DM,CVD</a:t>
            </a:r>
            <a:r>
              <a:rPr lang="en-GB" dirty="0"/>
              <a:t>, </a:t>
            </a:r>
            <a:r>
              <a:rPr lang="en-GB" dirty="0" err="1"/>
              <a:t>dyslipidemia</a:t>
            </a:r>
            <a:r>
              <a:rPr lang="en-GB" dirty="0"/>
              <a:t> (cholesterol/</a:t>
            </a:r>
            <a:r>
              <a:rPr lang="en-GB" dirty="0" err="1"/>
              <a:t>triglygerides</a:t>
            </a:r>
            <a:r>
              <a:rPr lang="en-GB" dirty="0"/>
              <a:t>) </a:t>
            </a:r>
            <a:r>
              <a:rPr lang="en-GB" b="1" dirty="0"/>
              <a:t>hypertension, obstructive sleep apnoea, arthritis and non-alcoholic fatty liver disease </a:t>
            </a:r>
            <a:r>
              <a:rPr lang="en-GB" dirty="0"/>
              <a:t>(Colquitt et al., 2009; Nguyen &amp; Lau, 2012). Morbid obesity also contributes to </a:t>
            </a:r>
            <a:r>
              <a:rPr lang="en-GB" b="1" dirty="0"/>
              <a:t>reductions in physical function, walking speed </a:t>
            </a:r>
            <a:r>
              <a:rPr lang="en-GB" dirty="0"/>
              <a:t>and further increases the occurrence of </a:t>
            </a:r>
            <a:r>
              <a:rPr lang="en-GB" b="1" dirty="0"/>
              <a:t>disability</a:t>
            </a:r>
            <a:r>
              <a:rPr lang="en-GB" dirty="0"/>
              <a:t> (Herring et al., 2016).</a:t>
            </a:r>
          </a:p>
        </p:txBody>
      </p:sp>
      <p:pic>
        <p:nvPicPr>
          <p:cNvPr id="4" name="Picture 3">
            <a:extLst>
              <a:ext uri="{FF2B5EF4-FFF2-40B4-BE49-F238E27FC236}">
                <a16:creationId xmlns:a16="http://schemas.microsoft.com/office/drawing/2014/main" id="{EB138014-7166-9467-9BCF-E35BF6E8D40C}"/>
              </a:ext>
            </a:extLst>
          </p:cNvPr>
          <p:cNvPicPr>
            <a:picLocks noChangeAspect="1"/>
          </p:cNvPicPr>
          <p:nvPr/>
        </p:nvPicPr>
        <p:blipFill>
          <a:blip r:embed="rId5"/>
          <a:stretch>
            <a:fillRect/>
          </a:stretch>
        </p:blipFill>
        <p:spPr>
          <a:xfrm>
            <a:off x="4974369" y="1141981"/>
            <a:ext cx="3777352" cy="3191759"/>
          </a:xfrm>
          <a:prstGeom prst="rect">
            <a:avLst/>
          </a:prstGeom>
        </p:spPr>
      </p:pic>
    </p:spTree>
    <p:extLst>
      <p:ext uri="{BB962C8B-B14F-4D97-AF65-F5344CB8AC3E}">
        <p14:creationId xmlns:p14="http://schemas.microsoft.com/office/powerpoint/2010/main" val="2758040358"/>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5881F8-EC7E-8903-0BAD-726343669417}"/>
              </a:ext>
            </a:extLst>
          </p:cNvPr>
          <p:cNvSpPr>
            <a:spLocks noGrp="1"/>
          </p:cNvSpPr>
          <p:nvPr>
            <p:ph type="body" sz="quarter" idx="10"/>
          </p:nvPr>
        </p:nvSpPr>
        <p:spPr>
          <a:xfrm>
            <a:off x="2171046" y="21032"/>
            <a:ext cx="6668019" cy="476000"/>
          </a:xfrm>
        </p:spPr>
        <p:txBody>
          <a:bodyPr/>
          <a:lstStyle/>
          <a:p>
            <a:r>
              <a:rPr kumimoji="0" lang="en-US" sz="3600" b="0" i="0" u="none" strike="noStrike" kern="1200" cap="none" spc="0" normalizeH="0" baseline="0" noProof="0" dirty="0">
                <a:ln>
                  <a:noFill/>
                </a:ln>
                <a:solidFill>
                  <a:srgbClr val="4F81BD"/>
                </a:solidFill>
                <a:effectLst/>
                <a:uLnTx/>
                <a:uFillTx/>
                <a:latin typeface="Calibri"/>
                <a:ea typeface="ＭＳ Ｐゴシック" charset="0"/>
              </a:rPr>
              <a:t>Obesity Co-morbidities</a:t>
            </a:r>
            <a:endParaRPr lang="en-GB" dirty="0"/>
          </a:p>
        </p:txBody>
      </p:sp>
      <p:pic>
        <p:nvPicPr>
          <p:cNvPr id="2052" name="Picture 4" descr="undefined">
            <a:extLst>
              <a:ext uri="{FF2B5EF4-FFF2-40B4-BE49-F238E27FC236}">
                <a16:creationId xmlns:a16="http://schemas.microsoft.com/office/drawing/2014/main" id="{ECDB3C02-F15C-F93F-3B90-CB5198BE07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8000" y="497032"/>
            <a:ext cx="5113867" cy="42253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D54B529-8E6F-031B-4B67-6AB17CC6C87A}"/>
              </a:ext>
            </a:extLst>
          </p:cNvPr>
          <p:cNvSpPr txBox="1"/>
          <p:nvPr/>
        </p:nvSpPr>
        <p:spPr>
          <a:xfrm>
            <a:off x="137522" y="4897279"/>
            <a:ext cx="8868955" cy="246221"/>
          </a:xfrm>
          <a:prstGeom prst="rect">
            <a:avLst/>
          </a:prstGeom>
          <a:noFill/>
        </p:spPr>
        <p:txBody>
          <a:bodyPr wrap="square">
            <a:spAutoFit/>
          </a:bodyPr>
          <a:lstStyle/>
          <a:p>
            <a:r>
              <a:rPr lang="en-GB" sz="1000" dirty="0">
                <a:latin typeface="Calibri" panose="020F0502020204030204" pitchFamily="34" charset="0"/>
                <a:ea typeface="Calibri" panose="020F0502020204030204" pitchFamily="34" charset="0"/>
                <a:cs typeface="Calibri" panose="020F0502020204030204" pitchFamily="34" charset="0"/>
              </a:rPr>
              <a:t>By CDC - This file was derived from: Adult Obesity-CDC Vital Signs-August 2010.pdf, Public Domain. https://commons.wikimedia.org/w/index.php?curid=20769610</a:t>
            </a:r>
          </a:p>
        </p:txBody>
      </p:sp>
    </p:spTree>
    <p:extLst>
      <p:ext uri="{BB962C8B-B14F-4D97-AF65-F5344CB8AC3E}">
        <p14:creationId xmlns:p14="http://schemas.microsoft.com/office/powerpoint/2010/main" val="84002008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B53E-0B46-F4C3-4BDA-F548AB5E594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360630-F965-5D45-D8BE-6CF860B06FA7}"/>
              </a:ext>
            </a:extLst>
          </p:cNvPr>
          <p:cNvSpPr>
            <a:spLocks noGrp="1"/>
          </p:cNvSpPr>
          <p:nvPr>
            <p:ph type="body" sz="quarter" idx="10"/>
          </p:nvPr>
        </p:nvSpPr>
        <p:spPr>
          <a:xfrm>
            <a:off x="899665" y="225955"/>
            <a:ext cx="6552655" cy="484530"/>
          </a:xfrm>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748AE828-AF29-76E8-962C-2C2C83EA6E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3689" y="1531401"/>
            <a:ext cx="2912562" cy="2551784"/>
          </a:xfrm>
          <a:prstGeom prst="rect">
            <a:avLst/>
          </a:prstGeom>
        </p:spPr>
      </p:pic>
      <p:sp>
        <p:nvSpPr>
          <p:cNvPr id="7" name="Text Placeholder 3">
            <a:extLst>
              <a:ext uri="{FF2B5EF4-FFF2-40B4-BE49-F238E27FC236}">
                <a16:creationId xmlns:a16="http://schemas.microsoft.com/office/drawing/2014/main" id="{F240C232-17DB-95B8-59FA-5E1226B20586}"/>
              </a:ext>
            </a:extLst>
          </p:cNvPr>
          <p:cNvSpPr txBox="1">
            <a:spLocks noGrp="1"/>
          </p:cNvSpPr>
          <p:nvPr>
            <p:ph type="body" sz="quarter" idx="11"/>
          </p:nvPr>
        </p:nvSpPr>
        <p:spPr>
          <a:xfrm>
            <a:off x="220007" y="846667"/>
            <a:ext cx="4193684" cy="414628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400"/>
              </a:lnSpc>
            </a:pPr>
            <a:r>
              <a:rPr lang="en-GB" sz="1800" b="1" dirty="0">
                <a:solidFill>
                  <a:schemeClr val="accent5"/>
                </a:solidFill>
              </a:rPr>
              <a:t>Obesity of itself may appear a minor health issue….BUT the co-morbidities associated with it are of serious medial concern.</a:t>
            </a:r>
          </a:p>
          <a:p>
            <a:pPr>
              <a:lnSpc>
                <a:spcPts val="2400"/>
              </a:lnSpc>
            </a:pPr>
            <a:endParaRPr lang="en-GB" sz="1800" b="1" dirty="0">
              <a:solidFill>
                <a:schemeClr val="accent5"/>
              </a:solidFill>
            </a:endParaRPr>
          </a:p>
          <a:p>
            <a:pPr>
              <a:lnSpc>
                <a:spcPts val="2400"/>
              </a:lnSpc>
            </a:pPr>
            <a:r>
              <a:rPr lang="en-GB" sz="1800" b="1" dirty="0">
                <a:solidFill>
                  <a:schemeClr val="accent5"/>
                </a:solidFill>
              </a:rPr>
              <a:t>Any thoughts on the co-morbidities associated with obesity?</a:t>
            </a:r>
          </a:p>
          <a:p>
            <a:pPr>
              <a:lnSpc>
                <a:spcPts val="2400"/>
              </a:lnSpc>
            </a:pPr>
            <a:endParaRPr lang="en-GB" sz="1800" b="1" dirty="0">
              <a:solidFill>
                <a:schemeClr val="accent5"/>
              </a:solidFill>
            </a:endParaRPr>
          </a:p>
          <a:p>
            <a:pPr>
              <a:lnSpc>
                <a:spcPts val="2400"/>
              </a:lnSpc>
            </a:pPr>
            <a:r>
              <a:rPr lang="en-GB" sz="1800" b="1" dirty="0">
                <a:solidFill>
                  <a:schemeClr val="accent5"/>
                </a:solidFill>
              </a:rPr>
              <a:t>Work in pairs, put ideas on a </a:t>
            </a:r>
            <a:r>
              <a:rPr lang="en-GB" sz="1800" b="1" dirty="0" err="1">
                <a:solidFill>
                  <a:schemeClr val="accent5"/>
                </a:solidFill>
              </a:rPr>
              <a:t>post-it</a:t>
            </a:r>
            <a:r>
              <a:rPr lang="en-GB" sz="1800" b="1" dirty="0">
                <a:solidFill>
                  <a:schemeClr val="accent5"/>
                </a:solidFill>
              </a:rPr>
              <a:t>  </a:t>
            </a:r>
            <a:r>
              <a:rPr kumimoji="0" lang="en-GB" sz="1800" b="1" i="0" u="none" strike="noStrike" kern="1200" cap="none" spc="0" normalizeH="0" baseline="0" noProof="0" dirty="0">
                <a:ln>
                  <a:noFill/>
                </a:ln>
                <a:solidFill>
                  <a:srgbClr val="4BACC6"/>
                </a:solidFill>
                <a:effectLst/>
                <a:uLnTx/>
                <a:uFillTx/>
                <a:latin typeface="Calibri"/>
                <a:ea typeface="Tahoma"/>
                <a:cs typeface="Tahoma"/>
              </a:rPr>
              <a:t>or interactive board </a:t>
            </a:r>
            <a:r>
              <a:rPr lang="en-GB" sz="1800" b="1" dirty="0">
                <a:solidFill>
                  <a:schemeClr val="accent5"/>
                </a:solidFill>
              </a:rPr>
              <a:t>and then share with the group.</a:t>
            </a:r>
          </a:p>
          <a:p>
            <a:pPr>
              <a:lnSpc>
                <a:spcPts val="2400"/>
              </a:lnSpc>
            </a:pPr>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B603CB2B-C856-3FCC-4C8E-8D2BCC64C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999" y="4028860"/>
            <a:ext cx="1212225" cy="964091"/>
          </a:xfrm>
          <a:prstGeom prst="rect">
            <a:avLst/>
          </a:prstGeom>
        </p:spPr>
      </p:pic>
    </p:spTree>
    <p:extLst>
      <p:ext uri="{BB962C8B-B14F-4D97-AF65-F5344CB8AC3E}">
        <p14:creationId xmlns:p14="http://schemas.microsoft.com/office/powerpoint/2010/main" val="3798358061"/>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887EEC-B89F-1AB4-6CC9-EB9660889EB7}"/>
              </a:ext>
            </a:extLst>
          </p:cNvPr>
          <p:cNvSpPr>
            <a:spLocks noGrp="1"/>
          </p:cNvSpPr>
          <p:nvPr>
            <p:ph type="body" sz="quarter" idx="10"/>
          </p:nvPr>
        </p:nvSpPr>
        <p:spPr>
          <a:xfrm>
            <a:off x="766623" y="147111"/>
            <a:ext cx="6668019" cy="488301"/>
          </a:xfrm>
        </p:spPr>
        <p:txBody>
          <a:bodyPr/>
          <a:lstStyle/>
          <a:p>
            <a:pPr marL="0" marR="0" lvl="0" indent="0" algn="l" defTabSz="457166" rtl="0" eaLnBrk="1" fontAlgn="t" latinLnBrk="0" hangingPunct="1">
              <a:lnSpc>
                <a:spcPts val="22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0B0F0"/>
                </a:solidFill>
                <a:effectLst/>
                <a:uLnTx/>
                <a:uFillTx/>
                <a:latin typeface="Calibri" panose="020F0502020204030204" pitchFamily="34" charset="0"/>
                <a:ea typeface="Calibri" panose="020F0502020204030204" pitchFamily="34" charset="0"/>
                <a:cs typeface="Calibri" panose="020F0502020204030204" pitchFamily="34" charset="0"/>
              </a:rPr>
              <a:t>Physiological Changes in Obesity Due to Exercise</a:t>
            </a:r>
          </a:p>
          <a:p>
            <a:endParaRPr lang="en-GB" dirty="0"/>
          </a:p>
        </p:txBody>
      </p:sp>
      <p:sp>
        <p:nvSpPr>
          <p:cNvPr id="9" name="Text Placeholder 8">
            <a:extLst>
              <a:ext uri="{FF2B5EF4-FFF2-40B4-BE49-F238E27FC236}">
                <a16:creationId xmlns:a16="http://schemas.microsoft.com/office/drawing/2014/main" id="{1A617A83-4254-5C31-603B-9ADB50344412}"/>
              </a:ext>
            </a:extLst>
          </p:cNvPr>
          <p:cNvSpPr>
            <a:spLocks noGrp="1"/>
          </p:cNvSpPr>
          <p:nvPr>
            <p:ph type="body" sz="quarter" idx="11"/>
          </p:nvPr>
        </p:nvSpPr>
        <p:spPr/>
        <p:txBody>
          <a:bodyPr/>
          <a:lstStyle/>
          <a:p>
            <a:endParaRPr lang="en-GB"/>
          </a:p>
        </p:txBody>
      </p:sp>
      <p:graphicFrame>
        <p:nvGraphicFramePr>
          <p:cNvPr id="7" name="Table 6">
            <a:extLst>
              <a:ext uri="{FF2B5EF4-FFF2-40B4-BE49-F238E27FC236}">
                <a16:creationId xmlns:a16="http://schemas.microsoft.com/office/drawing/2014/main" id="{A092A1A8-F161-BB88-D012-7103DCF03FFD}"/>
              </a:ext>
            </a:extLst>
          </p:cNvPr>
          <p:cNvGraphicFramePr>
            <a:graphicFrameLocks noGrp="1"/>
          </p:cNvGraphicFramePr>
          <p:nvPr>
            <p:extLst>
              <p:ext uri="{D42A27DB-BD31-4B8C-83A1-F6EECF244321}">
                <p14:modId xmlns:p14="http://schemas.microsoft.com/office/powerpoint/2010/main" val="1417427973"/>
              </p:ext>
            </p:extLst>
          </p:nvPr>
        </p:nvGraphicFramePr>
        <p:xfrm>
          <a:off x="397933" y="635412"/>
          <a:ext cx="8322885" cy="4353070"/>
        </p:xfrm>
        <a:graphic>
          <a:graphicData uri="http://schemas.openxmlformats.org/drawingml/2006/table">
            <a:tbl>
              <a:tblPr/>
              <a:tblGrid>
                <a:gridCol w="8322885">
                  <a:extLst>
                    <a:ext uri="{9D8B030D-6E8A-4147-A177-3AD203B41FA5}">
                      <a16:colId xmlns:a16="http://schemas.microsoft.com/office/drawing/2014/main" val="1749223273"/>
                    </a:ext>
                  </a:extLst>
                </a:gridCol>
              </a:tblGrid>
              <a:tr h="3562631">
                <a:tc>
                  <a:txBody>
                    <a:bodyPr/>
                    <a:lstStyle/>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Improved insulin sensitivity and glucose uptake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(Donnelly et al., 2009)</a:t>
                      </a:r>
                    </a:p>
                    <a:p>
                      <a:pPr fontAlgn="t">
                        <a:lnSpc>
                          <a:spcPts val="2200"/>
                        </a:lnSpc>
                        <a:buFont typeface="Arial" panose="020B0604020202020204" pitchFamily="34" charset="0"/>
                        <a:buNone/>
                      </a:pP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Increased mitochondrial density and oxidative capacity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(Haskell et al., 2007)</a:t>
                      </a:r>
                    </a:p>
                    <a:p>
                      <a:pPr fontAlgn="t">
                        <a:lnSpc>
                          <a:spcPts val="2200"/>
                        </a:lnSpc>
                        <a:buFont typeface="Arial" panose="020B0604020202020204" pitchFamily="34" charset="0"/>
                        <a:buNone/>
                      </a:pP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Reduced chronic systemic inflammation (↓ CRP, ↓ IL‑6)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(Colquitt et al., 2009)</a:t>
                      </a:r>
                    </a:p>
                    <a:p>
                      <a:pPr fontAlgn="t">
                        <a:lnSpc>
                          <a:spcPts val="2200"/>
                        </a:lnSpc>
                        <a:buFont typeface="Arial" panose="020B0604020202020204" pitchFamily="34" charset="0"/>
                        <a:buNone/>
                      </a:pP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Improved lipid metabolism (↓ triglycerides, ↑ HDL)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(Nguyen &amp; Lau, 2012)</a:t>
                      </a:r>
                    </a:p>
                    <a:p>
                      <a:pPr fontAlgn="t">
                        <a:lnSpc>
                          <a:spcPts val="2200"/>
                        </a:lnSpc>
                        <a:buFont typeface="Arial" panose="020B0604020202020204" pitchFamily="34" charset="0"/>
                        <a:buNone/>
                      </a:pP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Reduced visceral and ectopic fat stores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(Vinciguerra et al., 2013)</a:t>
                      </a:r>
                    </a:p>
                    <a:p>
                      <a:pPr fontAlgn="t">
                        <a:lnSpc>
                          <a:spcPts val="2200"/>
                        </a:lnSpc>
                        <a:buFont typeface="Arial" panose="020B0604020202020204" pitchFamily="34" charset="0"/>
                        <a:buChar char="•"/>
                      </a:pP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Increased cardiorespiratory fitness (↑ </a:t>
                      </a:r>
                      <a:r>
                        <a:rPr lang="en-GB" sz="1800" b="0"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VO₂max</a:t>
                      </a: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(Herring et al., 2016)</a:t>
                      </a:r>
                    </a:p>
                    <a:p>
                      <a:pPr fontAlgn="t">
                        <a:lnSpc>
                          <a:spcPts val="2200"/>
                        </a:lnSpc>
                        <a:buFont typeface="Arial" panose="020B0604020202020204" pitchFamily="34" charset="0"/>
                        <a:buNone/>
                      </a:pP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t">
                        <a:lnSpc>
                          <a:spcPts val="2200"/>
                        </a:lnSpc>
                        <a:buFont typeface="Arial" panose="020B0604020202020204" pitchFamily="34" charset="0"/>
                        <a:buChar char="•"/>
                      </a:pPr>
                      <a:r>
                        <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Enhanced strength, muscle endurance and functional capacity </a:t>
                      </a:r>
                      <a:r>
                        <a:rPr lang="en-GB" sz="1800" b="0" i="1"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(Williams et al., 2007)</a:t>
                      </a:r>
                      <a:endParaRPr lang="en-GB"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38200998"/>
                  </a:ext>
                </a:extLst>
              </a:tr>
              <a:tr h="629430">
                <a:tc>
                  <a:txBody>
                    <a:bodyPr/>
                    <a:lstStyle/>
                    <a:p>
                      <a:r>
                        <a:rPr lang="en-GB" sz="2000" dirty="0">
                          <a:solidFill>
                            <a:srgbClr val="FF0000"/>
                          </a:solidFill>
                        </a:rPr>
                        <a:t>SEE REFERENCE LIST TO EXPLORE PHYSIOLOGICAL CHANGES FURTHER.</a:t>
                      </a:r>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298417546"/>
                  </a:ext>
                </a:extLst>
              </a:tr>
            </a:tbl>
          </a:graphicData>
        </a:graphic>
      </p:graphicFrame>
    </p:spTree>
    <p:extLst>
      <p:ext uri="{BB962C8B-B14F-4D97-AF65-F5344CB8AC3E}">
        <p14:creationId xmlns:p14="http://schemas.microsoft.com/office/powerpoint/2010/main" val="2855148718"/>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05C6E0-8A6C-7BCD-8324-6FE720A1B6C0}"/>
              </a:ext>
            </a:extLst>
          </p:cNvPr>
          <p:cNvSpPr>
            <a:spLocks noGrp="1"/>
          </p:cNvSpPr>
          <p:nvPr>
            <p:ph type="body" sz="quarter" idx="11"/>
          </p:nvPr>
        </p:nvSpPr>
        <p:spPr>
          <a:xfrm>
            <a:off x="143691" y="3279866"/>
            <a:ext cx="8856617" cy="1790700"/>
          </a:xfrm>
        </p:spPr>
        <p:txBody>
          <a:bodyPr/>
          <a:lstStyle/>
          <a:p>
            <a:pPr marL="0" indent="0">
              <a:buNone/>
            </a:pPr>
            <a:r>
              <a:rPr lang="en-GB" sz="1400" dirty="0"/>
              <a:t>Exercise improves cardiovascular health by inducing changes in oxygen delivery, vasculature, peripheral tissues, and inflammation. (A) Exercise improves oxygen delivery throughout the body through promotion of vasodilation and angiogenesis (107–110). (B) Exercise increases mitochondrial biogenesis in adipocytes (104, 111, 112), skeletal muscle myotubes (113), and cardiomyocytes (14, 114, 115). (C) Exercise causes a long-term anti-inflammatory effect (which is inversely related to the increased inflammation typically seen in CVD and obesity) (116). Myokines released from skeletal muscle during physical exercise partially mediate these anti-inflammatory effects and promote inter-tissue cross talk to mediate further cardiovascular benefits (117–120).</a:t>
            </a:r>
          </a:p>
          <a:p>
            <a:pPr marL="0" indent="0">
              <a:buNone/>
            </a:pPr>
            <a:r>
              <a:rPr lang="en-GB" sz="1400" b="1" dirty="0">
                <a:solidFill>
                  <a:srgbClr val="FF0000"/>
                </a:solidFill>
              </a:rPr>
              <a:t>(Pinckard, Baskin and Stanford, 2019)</a:t>
            </a:r>
            <a:r>
              <a:rPr lang="en-GB" b="1" dirty="0">
                <a:solidFill>
                  <a:srgbClr val="FF0000"/>
                </a:solidFill>
              </a:rPr>
              <a:t> Effects of Exercise to Improve Cardiovascular Health (Ref List)</a:t>
            </a:r>
          </a:p>
          <a:p>
            <a:pPr marL="0" indent="0">
              <a:buNone/>
            </a:pPr>
            <a:endParaRPr lang="en-GB" sz="1400" dirty="0"/>
          </a:p>
          <a:p>
            <a:pPr marL="0" indent="0">
              <a:buNone/>
            </a:pPr>
            <a:endParaRPr lang="en-GB" sz="1400" dirty="0"/>
          </a:p>
        </p:txBody>
      </p:sp>
      <p:pic>
        <p:nvPicPr>
          <p:cNvPr id="5" name="Picture 4">
            <a:extLst>
              <a:ext uri="{FF2B5EF4-FFF2-40B4-BE49-F238E27FC236}">
                <a16:creationId xmlns:a16="http://schemas.microsoft.com/office/drawing/2014/main" id="{F86C2044-D3AF-FBFE-6174-2BE65B8559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5954" y="0"/>
            <a:ext cx="6129972" cy="3279866"/>
          </a:xfrm>
          <a:prstGeom prst="rect">
            <a:avLst/>
          </a:prstGeom>
        </p:spPr>
      </p:pic>
    </p:spTree>
    <p:extLst>
      <p:ext uri="{BB962C8B-B14F-4D97-AF65-F5344CB8AC3E}">
        <p14:creationId xmlns:p14="http://schemas.microsoft.com/office/powerpoint/2010/main" val="273908495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F60ACD-1C79-9ADA-92AA-1E97BB05A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3611" y="101600"/>
            <a:ext cx="4580389" cy="5041900"/>
          </a:xfrm>
          <a:prstGeom prst="rect">
            <a:avLst/>
          </a:prstGeom>
          <a:noFill/>
        </p:spPr>
      </p:pic>
      <p:pic>
        <p:nvPicPr>
          <p:cNvPr id="6" name="Picture 5">
            <a:extLst>
              <a:ext uri="{FF2B5EF4-FFF2-40B4-BE49-F238E27FC236}">
                <a16:creationId xmlns:a16="http://schemas.microsoft.com/office/drawing/2014/main" id="{36548A16-42CE-4B21-2D7A-89D97E4143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669" y="464651"/>
            <a:ext cx="4266169" cy="3648104"/>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84DB8EB3-F865-8EC0-D0F8-481D461911EE}"/>
                  </a:ext>
                </a:extLst>
              </p14:cNvPr>
              <p14:cNvContentPartPr/>
              <p14:nvPr/>
            </p14:nvContentPartPr>
            <p14:xfrm>
              <a:off x="7700235" y="831827"/>
              <a:ext cx="1168920" cy="61920"/>
            </p14:xfrm>
          </p:contentPart>
        </mc:Choice>
        <mc:Fallback xmlns="">
          <p:pic>
            <p:nvPicPr>
              <p:cNvPr id="13" name="Ink 12">
                <a:extLst>
                  <a:ext uri="{FF2B5EF4-FFF2-40B4-BE49-F238E27FC236}">
                    <a16:creationId xmlns:a16="http://schemas.microsoft.com/office/drawing/2014/main" id="{84DB8EB3-F865-8EC0-D0F8-481D461911EE}"/>
                  </a:ext>
                </a:extLst>
              </p:cNvPr>
              <p:cNvPicPr/>
              <p:nvPr/>
            </p:nvPicPr>
            <p:blipFill>
              <a:blip r:embed="rId5"/>
              <a:stretch>
                <a:fillRect/>
              </a:stretch>
            </p:blipFill>
            <p:spPr>
              <a:xfrm>
                <a:off x="7646235" y="724187"/>
                <a:ext cx="12765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905F09FC-E348-D611-8D07-9DCF9AF429EE}"/>
                  </a:ext>
                </a:extLst>
              </p14:cNvPr>
              <p14:cNvContentPartPr/>
              <p14:nvPr/>
            </p14:nvContentPartPr>
            <p14:xfrm>
              <a:off x="4757235" y="1093187"/>
              <a:ext cx="4153320" cy="720"/>
            </p14:xfrm>
          </p:contentPart>
        </mc:Choice>
        <mc:Fallback xmlns="">
          <p:pic>
            <p:nvPicPr>
              <p:cNvPr id="15" name="Ink 14">
                <a:extLst>
                  <a:ext uri="{FF2B5EF4-FFF2-40B4-BE49-F238E27FC236}">
                    <a16:creationId xmlns:a16="http://schemas.microsoft.com/office/drawing/2014/main" id="{905F09FC-E348-D611-8D07-9DCF9AF429EE}"/>
                  </a:ext>
                </a:extLst>
              </p:cNvPr>
              <p:cNvPicPr/>
              <p:nvPr/>
            </p:nvPicPr>
            <p:blipFill>
              <a:blip r:embed="rId7"/>
              <a:stretch>
                <a:fillRect/>
              </a:stretch>
            </p:blipFill>
            <p:spPr>
              <a:xfrm>
                <a:off x="4703595" y="877187"/>
                <a:ext cx="426096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EF8BD469-EE63-2098-06FA-2208E1D70534}"/>
                  </a:ext>
                </a:extLst>
              </p14:cNvPr>
              <p14:cNvContentPartPr/>
              <p14:nvPr/>
            </p14:nvContentPartPr>
            <p14:xfrm>
              <a:off x="8910195" y="1065467"/>
              <a:ext cx="360" cy="360"/>
            </p14:xfrm>
          </p:contentPart>
        </mc:Choice>
        <mc:Fallback xmlns="">
          <p:pic>
            <p:nvPicPr>
              <p:cNvPr id="16" name="Ink 15">
                <a:extLst>
                  <a:ext uri="{FF2B5EF4-FFF2-40B4-BE49-F238E27FC236}">
                    <a16:creationId xmlns:a16="http://schemas.microsoft.com/office/drawing/2014/main" id="{EF8BD469-EE63-2098-06FA-2208E1D70534}"/>
                  </a:ext>
                </a:extLst>
              </p:cNvPr>
              <p:cNvPicPr/>
              <p:nvPr/>
            </p:nvPicPr>
            <p:blipFill>
              <a:blip r:embed="rId9"/>
              <a:stretch>
                <a:fillRect/>
              </a:stretch>
            </p:blipFill>
            <p:spPr>
              <a:xfrm>
                <a:off x="8856195" y="957467"/>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6F6EC601-7BAA-F7A1-B189-F99D9DCBB7CE}"/>
                  </a:ext>
                </a:extLst>
              </p14:cNvPr>
              <p14:cNvContentPartPr/>
              <p14:nvPr/>
            </p14:nvContentPartPr>
            <p14:xfrm>
              <a:off x="4750755" y="1258067"/>
              <a:ext cx="4159800" cy="7200"/>
            </p14:xfrm>
          </p:contentPart>
        </mc:Choice>
        <mc:Fallback xmlns="">
          <p:pic>
            <p:nvPicPr>
              <p:cNvPr id="18" name="Ink 17">
                <a:extLst>
                  <a:ext uri="{FF2B5EF4-FFF2-40B4-BE49-F238E27FC236}">
                    <a16:creationId xmlns:a16="http://schemas.microsoft.com/office/drawing/2014/main" id="{6F6EC601-7BAA-F7A1-B189-F99D9DCBB7CE}"/>
                  </a:ext>
                </a:extLst>
              </p:cNvPr>
              <p:cNvPicPr/>
              <p:nvPr/>
            </p:nvPicPr>
            <p:blipFill>
              <a:blip r:embed="rId11"/>
              <a:stretch>
                <a:fillRect/>
              </a:stretch>
            </p:blipFill>
            <p:spPr>
              <a:xfrm>
                <a:off x="4696755" y="1150067"/>
                <a:ext cx="426744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BE919AFA-8BFC-5695-53C7-2185543384A8}"/>
                  </a:ext>
                </a:extLst>
              </p14:cNvPr>
              <p14:cNvContentPartPr/>
              <p14:nvPr/>
            </p14:nvContentPartPr>
            <p14:xfrm>
              <a:off x="4778115" y="1450307"/>
              <a:ext cx="1079640" cy="82800"/>
            </p14:xfrm>
          </p:contentPart>
        </mc:Choice>
        <mc:Fallback xmlns="">
          <p:pic>
            <p:nvPicPr>
              <p:cNvPr id="20" name="Ink 19">
                <a:extLst>
                  <a:ext uri="{FF2B5EF4-FFF2-40B4-BE49-F238E27FC236}">
                    <a16:creationId xmlns:a16="http://schemas.microsoft.com/office/drawing/2014/main" id="{BE919AFA-8BFC-5695-53C7-2185543384A8}"/>
                  </a:ext>
                </a:extLst>
              </p:cNvPr>
              <p:cNvPicPr/>
              <p:nvPr/>
            </p:nvPicPr>
            <p:blipFill>
              <a:blip r:embed="rId13"/>
              <a:stretch>
                <a:fillRect/>
              </a:stretch>
            </p:blipFill>
            <p:spPr>
              <a:xfrm>
                <a:off x="4724115" y="1342667"/>
                <a:ext cx="118728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6CEC44D9-562C-7387-D462-42EA91D6410E}"/>
                  </a:ext>
                </a:extLst>
              </p14:cNvPr>
              <p14:cNvContentPartPr/>
              <p14:nvPr/>
            </p14:nvContentPartPr>
            <p14:xfrm>
              <a:off x="6531315" y="2055467"/>
              <a:ext cx="2448000" cy="20880"/>
            </p14:xfrm>
          </p:contentPart>
        </mc:Choice>
        <mc:Fallback xmlns="">
          <p:pic>
            <p:nvPicPr>
              <p:cNvPr id="23" name="Ink 22">
                <a:extLst>
                  <a:ext uri="{FF2B5EF4-FFF2-40B4-BE49-F238E27FC236}">
                    <a16:creationId xmlns:a16="http://schemas.microsoft.com/office/drawing/2014/main" id="{6CEC44D9-562C-7387-D462-42EA91D6410E}"/>
                  </a:ext>
                </a:extLst>
              </p:cNvPr>
              <p:cNvPicPr/>
              <p:nvPr/>
            </p:nvPicPr>
            <p:blipFill>
              <a:blip r:embed="rId15"/>
              <a:stretch>
                <a:fillRect/>
              </a:stretch>
            </p:blipFill>
            <p:spPr>
              <a:xfrm>
                <a:off x="6477315" y="1947467"/>
                <a:ext cx="255564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453B03CD-FDD0-2718-61D5-A14B600B48E0}"/>
                  </a:ext>
                </a:extLst>
              </p14:cNvPr>
              <p14:cNvContentPartPr/>
              <p14:nvPr/>
            </p14:nvContentPartPr>
            <p14:xfrm>
              <a:off x="4812315" y="2316467"/>
              <a:ext cx="4194720" cy="720"/>
            </p14:xfrm>
          </p:contentPart>
        </mc:Choice>
        <mc:Fallback xmlns="">
          <p:pic>
            <p:nvPicPr>
              <p:cNvPr id="25" name="Ink 24">
                <a:extLst>
                  <a:ext uri="{FF2B5EF4-FFF2-40B4-BE49-F238E27FC236}">
                    <a16:creationId xmlns:a16="http://schemas.microsoft.com/office/drawing/2014/main" id="{453B03CD-FDD0-2718-61D5-A14B600B48E0}"/>
                  </a:ext>
                </a:extLst>
              </p:cNvPr>
              <p:cNvPicPr/>
              <p:nvPr/>
            </p:nvPicPr>
            <p:blipFill>
              <a:blip r:embed="rId17"/>
              <a:stretch>
                <a:fillRect/>
              </a:stretch>
            </p:blipFill>
            <p:spPr>
              <a:xfrm>
                <a:off x="4758315" y="2100467"/>
                <a:ext cx="430236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1CBA4F6A-3D96-0FAA-50A2-774A2E93E195}"/>
                  </a:ext>
                </a:extLst>
              </p14:cNvPr>
              <p14:cNvContentPartPr/>
              <p14:nvPr/>
            </p14:nvContentPartPr>
            <p14:xfrm>
              <a:off x="5499915" y="2619552"/>
              <a:ext cx="360" cy="360"/>
            </p14:xfrm>
          </p:contentPart>
        </mc:Choice>
        <mc:Fallback xmlns="">
          <p:pic>
            <p:nvPicPr>
              <p:cNvPr id="26" name="Ink 25">
                <a:extLst>
                  <a:ext uri="{FF2B5EF4-FFF2-40B4-BE49-F238E27FC236}">
                    <a16:creationId xmlns:a16="http://schemas.microsoft.com/office/drawing/2014/main" id="{1CBA4F6A-3D96-0FAA-50A2-774A2E93E195}"/>
                  </a:ext>
                </a:extLst>
              </p:cNvPr>
              <p:cNvPicPr/>
              <p:nvPr/>
            </p:nvPicPr>
            <p:blipFill>
              <a:blip r:embed="rId19"/>
              <a:stretch>
                <a:fillRect/>
              </a:stretch>
            </p:blipFill>
            <p:spPr>
              <a:xfrm>
                <a:off x="5493795" y="261343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2" name="Ink 31">
                <a:extLst>
                  <a:ext uri="{FF2B5EF4-FFF2-40B4-BE49-F238E27FC236}">
                    <a16:creationId xmlns:a16="http://schemas.microsoft.com/office/drawing/2014/main" id="{E4D63519-9361-43B4-34E2-B1BDA54CCBC2}"/>
                  </a:ext>
                </a:extLst>
              </p14:cNvPr>
              <p14:cNvContentPartPr/>
              <p14:nvPr/>
            </p14:nvContentPartPr>
            <p14:xfrm>
              <a:off x="7184355" y="2502552"/>
              <a:ext cx="1794960" cy="720"/>
            </p14:xfrm>
          </p:contentPart>
        </mc:Choice>
        <mc:Fallback xmlns="">
          <p:pic>
            <p:nvPicPr>
              <p:cNvPr id="32" name="Ink 31">
                <a:extLst>
                  <a:ext uri="{FF2B5EF4-FFF2-40B4-BE49-F238E27FC236}">
                    <a16:creationId xmlns:a16="http://schemas.microsoft.com/office/drawing/2014/main" id="{E4D63519-9361-43B4-34E2-B1BDA54CCBC2}"/>
                  </a:ext>
                </a:extLst>
              </p:cNvPr>
              <p:cNvPicPr/>
              <p:nvPr/>
            </p:nvPicPr>
            <p:blipFill>
              <a:blip r:embed="rId21"/>
              <a:stretch>
                <a:fillRect/>
              </a:stretch>
            </p:blipFill>
            <p:spPr>
              <a:xfrm>
                <a:off x="7130715" y="2286552"/>
                <a:ext cx="19026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Ink 34">
                <a:extLst>
                  <a:ext uri="{FF2B5EF4-FFF2-40B4-BE49-F238E27FC236}">
                    <a16:creationId xmlns:a16="http://schemas.microsoft.com/office/drawing/2014/main" id="{DB1E26B2-7531-A4FC-F672-CF594A32B7AB}"/>
                  </a:ext>
                </a:extLst>
              </p14:cNvPr>
              <p14:cNvContentPartPr/>
              <p14:nvPr/>
            </p14:nvContentPartPr>
            <p14:xfrm>
              <a:off x="8311875" y="3285912"/>
              <a:ext cx="619560" cy="720"/>
            </p14:xfrm>
          </p:contentPart>
        </mc:Choice>
        <mc:Fallback xmlns="">
          <p:pic>
            <p:nvPicPr>
              <p:cNvPr id="35" name="Ink 34">
                <a:extLst>
                  <a:ext uri="{FF2B5EF4-FFF2-40B4-BE49-F238E27FC236}">
                    <a16:creationId xmlns:a16="http://schemas.microsoft.com/office/drawing/2014/main" id="{DB1E26B2-7531-A4FC-F672-CF594A32B7AB}"/>
                  </a:ext>
                </a:extLst>
              </p:cNvPr>
              <p:cNvPicPr/>
              <p:nvPr/>
            </p:nvPicPr>
            <p:blipFill>
              <a:blip r:embed="rId23"/>
              <a:stretch>
                <a:fillRect/>
              </a:stretch>
            </p:blipFill>
            <p:spPr>
              <a:xfrm>
                <a:off x="8257875" y="3069912"/>
                <a:ext cx="7272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8" name="Ink 37">
                <a:extLst>
                  <a:ext uri="{FF2B5EF4-FFF2-40B4-BE49-F238E27FC236}">
                    <a16:creationId xmlns:a16="http://schemas.microsoft.com/office/drawing/2014/main" id="{EE6B4BE6-A9DF-2490-9CCF-B74BBEAEF937}"/>
                  </a:ext>
                </a:extLst>
              </p14:cNvPr>
              <p14:cNvContentPartPr/>
              <p14:nvPr/>
            </p14:nvContentPartPr>
            <p14:xfrm>
              <a:off x="4832835" y="3540432"/>
              <a:ext cx="4155480" cy="720"/>
            </p14:xfrm>
          </p:contentPart>
        </mc:Choice>
        <mc:Fallback xmlns="">
          <p:pic>
            <p:nvPicPr>
              <p:cNvPr id="38" name="Ink 37">
                <a:extLst>
                  <a:ext uri="{FF2B5EF4-FFF2-40B4-BE49-F238E27FC236}">
                    <a16:creationId xmlns:a16="http://schemas.microsoft.com/office/drawing/2014/main" id="{EE6B4BE6-A9DF-2490-9CCF-B74BBEAEF937}"/>
                  </a:ext>
                </a:extLst>
              </p:cNvPr>
              <p:cNvPicPr/>
              <p:nvPr/>
            </p:nvPicPr>
            <p:blipFill>
              <a:blip r:embed="rId25"/>
              <a:stretch>
                <a:fillRect/>
              </a:stretch>
            </p:blipFill>
            <p:spPr>
              <a:xfrm>
                <a:off x="4779195" y="3324432"/>
                <a:ext cx="42631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D2BCA844-CF00-36C9-F3F3-225282968001}"/>
                  </a:ext>
                </a:extLst>
              </p14:cNvPr>
              <p14:cNvContentPartPr/>
              <p14:nvPr/>
            </p14:nvContentPartPr>
            <p14:xfrm>
              <a:off x="4819155" y="3767232"/>
              <a:ext cx="360" cy="360"/>
            </p14:xfrm>
          </p:contentPart>
        </mc:Choice>
        <mc:Fallback xmlns="">
          <p:pic>
            <p:nvPicPr>
              <p:cNvPr id="39" name="Ink 38">
                <a:extLst>
                  <a:ext uri="{FF2B5EF4-FFF2-40B4-BE49-F238E27FC236}">
                    <a16:creationId xmlns:a16="http://schemas.microsoft.com/office/drawing/2014/main" id="{D2BCA844-CF00-36C9-F3F3-225282968001}"/>
                  </a:ext>
                </a:extLst>
              </p:cNvPr>
              <p:cNvPicPr/>
              <p:nvPr/>
            </p:nvPicPr>
            <p:blipFill>
              <a:blip r:embed="rId27"/>
              <a:stretch>
                <a:fillRect/>
              </a:stretch>
            </p:blipFill>
            <p:spPr>
              <a:xfrm>
                <a:off x="4765515" y="365959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1" name="Ink 40">
                <a:extLst>
                  <a:ext uri="{FF2B5EF4-FFF2-40B4-BE49-F238E27FC236}">
                    <a16:creationId xmlns:a16="http://schemas.microsoft.com/office/drawing/2014/main" id="{2F141512-F764-CA97-6A82-60B73DA4A486}"/>
                  </a:ext>
                </a:extLst>
              </p14:cNvPr>
              <p14:cNvContentPartPr/>
              <p14:nvPr/>
            </p14:nvContentPartPr>
            <p14:xfrm>
              <a:off x="4887915" y="3774432"/>
              <a:ext cx="360" cy="7200"/>
            </p14:xfrm>
          </p:contentPart>
        </mc:Choice>
        <mc:Fallback xmlns="">
          <p:pic>
            <p:nvPicPr>
              <p:cNvPr id="41" name="Ink 40">
                <a:extLst>
                  <a:ext uri="{FF2B5EF4-FFF2-40B4-BE49-F238E27FC236}">
                    <a16:creationId xmlns:a16="http://schemas.microsoft.com/office/drawing/2014/main" id="{2F141512-F764-CA97-6A82-60B73DA4A486}"/>
                  </a:ext>
                </a:extLst>
              </p:cNvPr>
              <p:cNvPicPr/>
              <p:nvPr/>
            </p:nvPicPr>
            <p:blipFill>
              <a:blip r:embed="rId29"/>
              <a:stretch>
                <a:fillRect/>
              </a:stretch>
            </p:blipFill>
            <p:spPr>
              <a:xfrm>
                <a:off x="4833915" y="3666432"/>
                <a:ext cx="10800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2" name="Ink 41">
                <a:extLst>
                  <a:ext uri="{FF2B5EF4-FFF2-40B4-BE49-F238E27FC236}">
                    <a16:creationId xmlns:a16="http://schemas.microsoft.com/office/drawing/2014/main" id="{70887679-A8BE-F207-077D-704FC61106DC}"/>
                  </a:ext>
                </a:extLst>
              </p14:cNvPr>
              <p14:cNvContentPartPr/>
              <p14:nvPr/>
            </p14:nvContentPartPr>
            <p14:xfrm>
              <a:off x="4887915" y="3856512"/>
              <a:ext cx="360" cy="360"/>
            </p14:xfrm>
          </p:contentPart>
        </mc:Choice>
        <mc:Fallback xmlns="">
          <p:pic>
            <p:nvPicPr>
              <p:cNvPr id="42" name="Ink 41">
                <a:extLst>
                  <a:ext uri="{FF2B5EF4-FFF2-40B4-BE49-F238E27FC236}">
                    <a16:creationId xmlns:a16="http://schemas.microsoft.com/office/drawing/2014/main" id="{70887679-A8BE-F207-077D-704FC61106DC}"/>
                  </a:ext>
                </a:extLst>
              </p:cNvPr>
              <p:cNvPicPr/>
              <p:nvPr/>
            </p:nvPicPr>
            <p:blipFill>
              <a:blip r:embed="rId27"/>
              <a:stretch>
                <a:fillRect/>
              </a:stretch>
            </p:blipFill>
            <p:spPr>
              <a:xfrm>
                <a:off x="4833915" y="374887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3" name="Ink 42">
                <a:extLst>
                  <a:ext uri="{FF2B5EF4-FFF2-40B4-BE49-F238E27FC236}">
                    <a16:creationId xmlns:a16="http://schemas.microsoft.com/office/drawing/2014/main" id="{0EB14E71-3C61-5DDE-754F-FF3C4D81DC42}"/>
                  </a:ext>
                </a:extLst>
              </p14:cNvPr>
              <p14:cNvContentPartPr/>
              <p14:nvPr/>
            </p14:nvContentPartPr>
            <p14:xfrm>
              <a:off x="4908435" y="3672552"/>
              <a:ext cx="1068480" cy="136800"/>
            </p14:xfrm>
          </p:contentPart>
        </mc:Choice>
        <mc:Fallback xmlns="">
          <p:pic>
            <p:nvPicPr>
              <p:cNvPr id="43" name="Ink 42">
                <a:extLst>
                  <a:ext uri="{FF2B5EF4-FFF2-40B4-BE49-F238E27FC236}">
                    <a16:creationId xmlns:a16="http://schemas.microsoft.com/office/drawing/2014/main" id="{0EB14E71-3C61-5DDE-754F-FF3C4D81DC42}"/>
                  </a:ext>
                </a:extLst>
              </p:cNvPr>
              <p:cNvPicPr/>
              <p:nvPr/>
            </p:nvPicPr>
            <p:blipFill>
              <a:blip r:embed="rId32"/>
              <a:stretch>
                <a:fillRect/>
              </a:stretch>
            </p:blipFill>
            <p:spPr>
              <a:xfrm>
                <a:off x="4854795" y="3564552"/>
                <a:ext cx="117612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4" name="Ink 43">
                <a:extLst>
                  <a:ext uri="{FF2B5EF4-FFF2-40B4-BE49-F238E27FC236}">
                    <a16:creationId xmlns:a16="http://schemas.microsoft.com/office/drawing/2014/main" id="{36E81367-36A9-413C-3BC4-19C60A129991}"/>
                  </a:ext>
                </a:extLst>
              </p14:cNvPr>
              <p14:cNvContentPartPr/>
              <p14:nvPr/>
            </p14:nvContentPartPr>
            <p14:xfrm>
              <a:off x="5960715" y="3767232"/>
              <a:ext cx="360" cy="360"/>
            </p14:xfrm>
          </p:contentPart>
        </mc:Choice>
        <mc:Fallback xmlns="">
          <p:pic>
            <p:nvPicPr>
              <p:cNvPr id="44" name="Ink 43">
                <a:extLst>
                  <a:ext uri="{FF2B5EF4-FFF2-40B4-BE49-F238E27FC236}">
                    <a16:creationId xmlns:a16="http://schemas.microsoft.com/office/drawing/2014/main" id="{36E81367-36A9-413C-3BC4-19C60A129991}"/>
                  </a:ext>
                </a:extLst>
              </p:cNvPr>
              <p:cNvPicPr/>
              <p:nvPr/>
            </p:nvPicPr>
            <p:blipFill>
              <a:blip r:embed="rId27"/>
              <a:stretch>
                <a:fillRect/>
              </a:stretch>
            </p:blipFill>
            <p:spPr>
              <a:xfrm>
                <a:off x="5906715" y="365959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6" name="Ink 45">
                <a:extLst>
                  <a:ext uri="{FF2B5EF4-FFF2-40B4-BE49-F238E27FC236}">
                    <a16:creationId xmlns:a16="http://schemas.microsoft.com/office/drawing/2014/main" id="{36F557B5-CC0E-C830-B048-08DEFD42D797}"/>
                  </a:ext>
                </a:extLst>
              </p14:cNvPr>
              <p14:cNvContentPartPr/>
              <p14:nvPr/>
            </p14:nvContentPartPr>
            <p14:xfrm>
              <a:off x="5912475" y="3691632"/>
              <a:ext cx="2062800" cy="34560"/>
            </p14:xfrm>
          </p:contentPart>
        </mc:Choice>
        <mc:Fallback xmlns="">
          <p:pic>
            <p:nvPicPr>
              <p:cNvPr id="46" name="Ink 45">
                <a:extLst>
                  <a:ext uri="{FF2B5EF4-FFF2-40B4-BE49-F238E27FC236}">
                    <a16:creationId xmlns:a16="http://schemas.microsoft.com/office/drawing/2014/main" id="{36F557B5-CC0E-C830-B048-08DEFD42D797}"/>
                  </a:ext>
                </a:extLst>
              </p:cNvPr>
              <p:cNvPicPr/>
              <p:nvPr/>
            </p:nvPicPr>
            <p:blipFill>
              <a:blip r:embed="rId35"/>
              <a:stretch>
                <a:fillRect/>
              </a:stretch>
            </p:blipFill>
            <p:spPr>
              <a:xfrm>
                <a:off x="5858475" y="3583632"/>
                <a:ext cx="217044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7" name="Ink 46">
                <a:extLst>
                  <a:ext uri="{FF2B5EF4-FFF2-40B4-BE49-F238E27FC236}">
                    <a16:creationId xmlns:a16="http://schemas.microsoft.com/office/drawing/2014/main" id="{2BD1D5E8-B879-4F3A-1730-5C8B97CEC4D4}"/>
                  </a:ext>
                </a:extLst>
              </p14:cNvPr>
              <p14:cNvContentPartPr/>
              <p14:nvPr/>
            </p14:nvContentPartPr>
            <p14:xfrm>
              <a:off x="7954395" y="3684792"/>
              <a:ext cx="1068120" cy="90000"/>
            </p14:xfrm>
          </p:contentPart>
        </mc:Choice>
        <mc:Fallback xmlns="">
          <p:pic>
            <p:nvPicPr>
              <p:cNvPr id="47" name="Ink 46">
                <a:extLst>
                  <a:ext uri="{FF2B5EF4-FFF2-40B4-BE49-F238E27FC236}">
                    <a16:creationId xmlns:a16="http://schemas.microsoft.com/office/drawing/2014/main" id="{2BD1D5E8-B879-4F3A-1730-5C8B97CEC4D4}"/>
                  </a:ext>
                </a:extLst>
              </p:cNvPr>
              <p:cNvPicPr/>
              <p:nvPr/>
            </p:nvPicPr>
            <p:blipFill>
              <a:blip r:embed="rId37"/>
              <a:stretch>
                <a:fillRect/>
              </a:stretch>
            </p:blipFill>
            <p:spPr>
              <a:xfrm>
                <a:off x="7900395" y="3577152"/>
                <a:ext cx="11757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8" name="Ink 47">
                <a:extLst>
                  <a:ext uri="{FF2B5EF4-FFF2-40B4-BE49-F238E27FC236}">
                    <a16:creationId xmlns:a16="http://schemas.microsoft.com/office/drawing/2014/main" id="{1925757C-9956-4660-F71F-405301AFA588}"/>
                  </a:ext>
                </a:extLst>
              </p14:cNvPr>
              <p14:cNvContentPartPr/>
              <p14:nvPr/>
            </p14:nvContentPartPr>
            <p14:xfrm>
              <a:off x="4802235" y="3564912"/>
              <a:ext cx="4226760" cy="529560"/>
            </p14:xfrm>
          </p:contentPart>
        </mc:Choice>
        <mc:Fallback xmlns="">
          <p:pic>
            <p:nvPicPr>
              <p:cNvPr id="48" name="Ink 47">
                <a:extLst>
                  <a:ext uri="{FF2B5EF4-FFF2-40B4-BE49-F238E27FC236}">
                    <a16:creationId xmlns:a16="http://schemas.microsoft.com/office/drawing/2014/main" id="{1925757C-9956-4660-F71F-405301AFA588}"/>
                  </a:ext>
                </a:extLst>
              </p:cNvPr>
              <p:cNvPicPr/>
              <p:nvPr/>
            </p:nvPicPr>
            <p:blipFill>
              <a:blip r:embed="rId39"/>
              <a:stretch>
                <a:fillRect/>
              </a:stretch>
            </p:blipFill>
            <p:spPr>
              <a:xfrm>
                <a:off x="4748595" y="3456912"/>
                <a:ext cx="4334400" cy="745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1" name="Ink 50">
                <a:extLst>
                  <a:ext uri="{FF2B5EF4-FFF2-40B4-BE49-F238E27FC236}">
                    <a16:creationId xmlns:a16="http://schemas.microsoft.com/office/drawing/2014/main" id="{4EB069A0-616F-B680-EEA5-727BD25586EB}"/>
                  </a:ext>
                </a:extLst>
              </p14:cNvPr>
              <p14:cNvContentPartPr/>
              <p14:nvPr/>
            </p14:nvContentPartPr>
            <p14:xfrm>
              <a:off x="4778115" y="4228032"/>
              <a:ext cx="4268160" cy="720"/>
            </p14:xfrm>
          </p:contentPart>
        </mc:Choice>
        <mc:Fallback xmlns="">
          <p:pic>
            <p:nvPicPr>
              <p:cNvPr id="51" name="Ink 50">
                <a:extLst>
                  <a:ext uri="{FF2B5EF4-FFF2-40B4-BE49-F238E27FC236}">
                    <a16:creationId xmlns:a16="http://schemas.microsoft.com/office/drawing/2014/main" id="{4EB069A0-616F-B680-EEA5-727BD25586EB}"/>
                  </a:ext>
                </a:extLst>
              </p:cNvPr>
              <p:cNvPicPr/>
              <p:nvPr/>
            </p:nvPicPr>
            <p:blipFill>
              <a:blip r:embed="rId41"/>
              <a:stretch>
                <a:fillRect/>
              </a:stretch>
            </p:blipFill>
            <p:spPr>
              <a:xfrm>
                <a:off x="4724115" y="4012032"/>
                <a:ext cx="43758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3" name="Ink 52">
                <a:extLst>
                  <a:ext uri="{FF2B5EF4-FFF2-40B4-BE49-F238E27FC236}">
                    <a16:creationId xmlns:a16="http://schemas.microsoft.com/office/drawing/2014/main" id="{376A373E-FC3F-8A6B-6265-06FD8597C64D}"/>
                  </a:ext>
                </a:extLst>
              </p14:cNvPr>
              <p14:cNvContentPartPr/>
              <p14:nvPr/>
            </p14:nvContentPartPr>
            <p14:xfrm>
              <a:off x="5245755" y="4103832"/>
              <a:ext cx="3755880" cy="720"/>
            </p14:xfrm>
          </p:contentPart>
        </mc:Choice>
        <mc:Fallback xmlns="">
          <p:pic>
            <p:nvPicPr>
              <p:cNvPr id="53" name="Ink 52">
                <a:extLst>
                  <a:ext uri="{FF2B5EF4-FFF2-40B4-BE49-F238E27FC236}">
                    <a16:creationId xmlns:a16="http://schemas.microsoft.com/office/drawing/2014/main" id="{376A373E-FC3F-8A6B-6265-06FD8597C64D}"/>
                  </a:ext>
                </a:extLst>
              </p:cNvPr>
              <p:cNvPicPr/>
              <p:nvPr/>
            </p:nvPicPr>
            <p:blipFill>
              <a:blip r:embed="rId43"/>
              <a:stretch>
                <a:fillRect/>
              </a:stretch>
            </p:blipFill>
            <p:spPr>
              <a:xfrm>
                <a:off x="5191755" y="3887832"/>
                <a:ext cx="38635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5" name="Ink 54">
                <a:extLst>
                  <a:ext uri="{FF2B5EF4-FFF2-40B4-BE49-F238E27FC236}">
                    <a16:creationId xmlns:a16="http://schemas.microsoft.com/office/drawing/2014/main" id="{07853427-E098-4090-5BCE-7537F5029B6D}"/>
                  </a:ext>
                </a:extLst>
              </p14:cNvPr>
              <p14:cNvContentPartPr/>
              <p14:nvPr/>
            </p14:nvContentPartPr>
            <p14:xfrm>
              <a:off x="7810035" y="3980712"/>
              <a:ext cx="1217160" cy="7200"/>
            </p14:xfrm>
          </p:contentPart>
        </mc:Choice>
        <mc:Fallback xmlns="">
          <p:pic>
            <p:nvPicPr>
              <p:cNvPr id="55" name="Ink 54">
                <a:extLst>
                  <a:ext uri="{FF2B5EF4-FFF2-40B4-BE49-F238E27FC236}">
                    <a16:creationId xmlns:a16="http://schemas.microsoft.com/office/drawing/2014/main" id="{07853427-E098-4090-5BCE-7537F5029B6D}"/>
                  </a:ext>
                </a:extLst>
              </p:cNvPr>
              <p:cNvPicPr/>
              <p:nvPr/>
            </p:nvPicPr>
            <p:blipFill>
              <a:blip r:embed="rId45"/>
              <a:stretch>
                <a:fillRect/>
              </a:stretch>
            </p:blipFill>
            <p:spPr>
              <a:xfrm>
                <a:off x="7756395" y="3872712"/>
                <a:ext cx="132480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6" name="Ink 55">
                <a:extLst>
                  <a:ext uri="{FF2B5EF4-FFF2-40B4-BE49-F238E27FC236}">
                    <a16:creationId xmlns:a16="http://schemas.microsoft.com/office/drawing/2014/main" id="{AAF41DA0-88C6-B836-1DDC-6A3C8DF9B393}"/>
                  </a:ext>
                </a:extLst>
              </p14:cNvPr>
              <p14:cNvContentPartPr/>
              <p14:nvPr/>
            </p14:nvContentPartPr>
            <p14:xfrm>
              <a:off x="9026835" y="3987552"/>
              <a:ext cx="360" cy="360"/>
            </p14:xfrm>
          </p:contentPart>
        </mc:Choice>
        <mc:Fallback xmlns="">
          <p:pic>
            <p:nvPicPr>
              <p:cNvPr id="56" name="Ink 55">
                <a:extLst>
                  <a:ext uri="{FF2B5EF4-FFF2-40B4-BE49-F238E27FC236}">
                    <a16:creationId xmlns:a16="http://schemas.microsoft.com/office/drawing/2014/main" id="{AAF41DA0-88C6-B836-1DDC-6A3C8DF9B393}"/>
                  </a:ext>
                </a:extLst>
              </p:cNvPr>
              <p:cNvPicPr/>
              <p:nvPr/>
            </p:nvPicPr>
            <p:blipFill>
              <a:blip r:embed="rId27"/>
              <a:stretch>
                <a:fillRect/>
              </a:stretch>
            </p:blipFill>
            <p:spPr>
              <a:xfrm>
                <a:off x="8973195" y="3879912"/>
                <a:ext cx="108000" cy="216000"/>
              </a:xfrm>
              <a:prstGeom prst="rect">
                <a:avLst/>
              </a:prstGeom>
            </p:spPr>
          </p:pic>
        </mc:Fallback>
      </mc:AlternateContent>
    </p:spTree>
    <p:extLst>
      <p:ext uri="{BB962C8B-B14F-4D97-AF65-F5344CB8AC3E}">
        <p14:creationId xmlns:p14="http://schemas.microsoft.com/office/powerpoint/2010/main" val="1956539707"/>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326DED-39E7-DC42-2A1D-D03F80594316}"/>
              </a:ext>
            </a:extLst>
          </p:cNvPr>
          <p:cNvPicPr>
            <a:picLocks noChangeAspect="1"/>
          </p:cNvPicPr>
          <p:nvPr/>
        </p:nvPicPr>
        <p:blipFill>
          <a:blip r:embed="rId2">
            <a:extLst>
              <a:ext uri="{28A0092B-C50C-407E-A947-70E740481C1C}">
                <a14:useLocalDpi xmlns:a14="http://schemas.microsoft.com/office/drawing/2010/main" val="0"/>
              </a:ext>
            </a:extLst>
          </a:blip>
          <a:srcRect t="35406"/>
          <a:stretch>
            <a:fillRect/>
          </a:stretch>
        </p:blipFill>
        <p:spPr>
          <a:xfrm>
            <a:off x="2391378" y="770021"/>
            <a:ext cx="4361243" cy="4228239"/>
          </a:xfrm>
          <a:prstGeom prst="rect">
            <a:avLst/>
          </a:prstGeom>
          <a:noFill/>
        </p:spPr>
      </p:pic>
      <p:sp>
        <p:nvSpPr>
          <p:cNvPr id="6" name="TextBox 5">
            <a:extLst>
              <a:ext uri="{FF2B5EF4-FFF2-40B4-BE49-F238E27FC236}">
                <a16:creationId xmlns:a16="http://schemas.microsoft.com/office/drawing/2014/main" id="{CB4C0D69-FDAE-1822-F393-989D2AE58DCF}"/>
              </a:ext>
            </a:extLst>
          </p:cNvPr>
          <p:cNvSpPr txBox="1"/>
          <p:nvPr/>
        </p:nvSpPr>
        <p:spPr>
          <a:xfrm>
            <a:off x="233755" y="199380"/>
            <a:ext cx="8813991" cy="461665"/>
          </a:xfrm>
          <a:prstGeom prst="rect">
            <a:avLst/>
          </a:prstGeom>
          <a:noFill/>
        </p:spPr>
        <p:txBody>
          <a:bodyPr wrap="square" rtlCol="0">
            <a:spAutoFit/>
          </a:bodyPr>
          <a:lstStyle/>
          <a:p>
            <a:r>
              <a:rPr lang="en-GB" sz="2400" dirty="0">
                <a:solidFill>
                  <a:schemeClr val="tx2"/>
                </a:solidFill>
              </a:rPr>
              <a:t>Effect of exercise on systemic inflammation (Fico et al., 20123)</a:t>
            </a:r>
          </a:p>
        </p:txBody>
      </p:sp>
    </p:spTree>
    <p:extLst>
      <p:ext uri="{BB962C8B-B14F-4D97-AF65-F5344CB8AC3E}">
        <p14:creationId xmlns:p14="http://schemas.microsoft.com/office/powerpoint/2010/main" val="2784673644"/>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4D7242F-E894-CFBA-CE15-59E7D4448F43}"/>
              </a:ext>
            </a:extLst>
          </p:cNvPr>
          <p:cNvSpPr>
            <a:spLocks noGrp="1"/>
          </p:cNvSpPr>
          <p:nvPr>
            <p:ph type="body" sz="quarter" idx="10"/>
          </p:nvPr>
        </p:nvSpPr>
        <p:spPr>
          <a:xfrm>
            <a:off x="209470" y="287026"/>
            <a:ext cx="7358144" cy="476000"/>
          </a:xfrm>
        </p:spPr>
        <p:txBody>
          <a:bodyPr/>
          <a:lstStyle/>
          <a:p>
            <a:pPr>
              <a:lnSpc>
                <a:spcPct val="100000"/>
              </a:lnSpc>
              <a:spcBef>
                <a:spcPts val="0"/>
              </a:spcBef>
            </a:pPr>
            <a:r>
              <a:rPr lang="en-GB" sz="1800" b="1" dirty="0"/>
              <a:t>Medicines to manage your weight</a:t>
            </a:r>
          </a:p>
          <a:p>
            <a:pPr>
              <a:lnSpc>
                <a:spcPct val="100000"/>
              </a:lnSpc>
              <a:spcBef>
                <a:spcPts val="0"/>
              </a:spcBef>
            </a:pPr>
            <a:r>
              <a:rPr lang="en-GB" sz="1400" b="1" dirty="0"/>
              <a:t>Overweight and obesity management NICE guideline. Reference number:NG246. updated: 08 January 2026</a:t>
            </a:r>
          </a:p>
          <a:p>
            <a:endParaRPr lang="en-GB" sz="1800" b="1" dirty="0"/>
          </a:p>
          <a:p>
            <a:endParaRPr lang="en-GB" b="1" dirty="0"/>
          </a:p>
          <a:p>
            <a:endParaRPr lang="en-GB" b="1" dirty="0"/>
          </a:p>
          <a:p>
            <a:endParaRPr lang="en-GB" b="1" dirty="0"/>
          </a:p>
          <a:p>
            <a:endParaRPr lang="en-GB" b="1" dirty="0"/>
          </a:p>
          <a:p>
            <a:endParaRPr lang="en-GB" dirty="0"/>
          </a:p>
        </p:txBody>
      </p:sp>
      <p:sp>
        <p:nvSpPr>
          <p:cNvPr id="5" name="Text Placeholder 4">
            <a:extLst>
              <a:ext uri="{FF2B5EF4-FFF2-40B4-BE49-F238E27FC236}">
                <a16:creationId xmlns:a16="http://schemas.microsoft.com/office/drawing/2014/main" id="{C40BAB4A-E3ED-EB10-7415-BE8E39527C76}"/>
              </a:ext>
            </a:extLst>
          </p:cNvPr>
          <p:cNvSpPr>
            <a:spLocks noGrp="1"/>
          </p:cNvSpPr>
          <p:nvPr>
            <p:ph type="body" sz="quarter" idx="11"/>
          </p:nvPr>
        </p:nvSpPr>
        <p:spPr>
          <a:xfrm>
            <a:off x="209470" y="849942"/>
            <a:ext cx="8603673" cy="3443615"/>
          </a:xfrm>
        </p:spPr>
        <p:txBody>
          <a:bodyPr/>
          <a:lstStyle/>
          <a:p>
            <a:pPr marL="0" indent="0">
              <a:buNone/>
            </a:pPr>
            <a:endParaRPr lang="en-GB" sz="1000" dirty="0"/>
          </a:p>
          <a:p>
            <a:pPr>
              <a:buFont typeface="Arial" panose="020B0604020202020204" pitchFamily="34" charset="0"/>
              <a:buChar char="•"/>
            </a:pPr>
            <a:r>
              <a:rPr lang="en-GB" sz="1800" dirty="0"/>
              <a:t>Medicines may be recommended to help support weight loss and weight management in adults if healthy lifestyle changes (such as eating healthily and exercising more) are not helping on their own.</a:t>
            </a:r>
          </a:p>
          <a:p>
            <a:pPr>
              <a:buFont typeface="Arial" panose="020B0604020202020204" pitchFamily="34" charset="0"/>
              <a:buChar char="•"/>
            </a:pPr>
            <a:r>
              <a:rPr lang="en-GB" sz="1800" dirty="0"/>
              <a:t>Many different types of weight management medicines have been tested in </a:t>
            </a:r>
            <a:r>
              <a:rPr lang="en-GB" sz="1800" dirty="0">
                <a:hlinkClick r:id="rId2"/>
              </a:rPr>
              <a:t>clinical trials</a:t>
            </a:r>
            <a:r>
              <a:rPr lang="en-GB" sz="1800" dirty="0"/>
              <a:t>, but the only ones that have proved to be safe and effective for use on the NHS for weight management are: orlistat, liraglutide, semaglutide and tirzepatide</a:t>
            </a:r>
          </a:p>
          <a:p>
            <a:pPr>
              <a:buFont typeface="Arial" panose="020B0604020202020204" pitchFamily="34" charset="0"/>
              <a:buChar char="•"/>
            </a:pPr>
            <a:r>
              <a:rPr lang="en-GB" sz="1800" dirty="0"/>
              <a:t>Should only use weight management medicines, if recommended/prescribed  by a doctor/pharmacist. They will look at your individual health needs to decide if the medicine is safe and right for you, taking into account the benefits and any possible side effects.</a:t>
            </a:r>
          </a:p>
          <a:p>
            <a:pPr>
              <a:buFont typeface="Arial" panose="020B0604020202020204" pitchFamily="34" charset="0"/>
              <a:buChar char="•"/>
            </a:pPr>
            <a:r>
              <a:rPr lang="en-GB" sz="1800" dirty="0"/>
              <a:t>All medicines for supporting weight management should be used alongside a reduced-calorie diet and increased physical activity.</a:t>
            </a:r>
          </a:p>
          <a:p>
            <a:pPr marL="0" indent="0">
              <a:buNone/>
            </a:pPr>
            <a:r>
              <a:rPr lang="en-GB" sz="1800" b="1" dirty="0">
                <a:solidFill>
                  <a:srgbClr val="FF0000"/>
                </a:solidFill>
              </a:rPr>
              <a:t>TASK: What are your thoughts on medication? Medication instead of exercise or both?</a:t>
            </a:r>
          </a:p>
        </p:txBody>
      </p:sp>
    </p:spTree>
    <p:extLst>
      <p:ext uri="{BB962C8B-B14F-4D97-AF65-F5344CB8AC3E}">
        <p14:creationId xmlns:p14="http://schemas.microsoft.com/office/powerpoint/2010/main" val="423578269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60F-30F9-2497-1593-66B068EA7D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CAE304-93B9-1C5D-825E-D835F0EB98C9}"/>
              </a:ext>
            </a:extLst>
          </p:cNvPr>
          <p:cNvSpPr>
            <a:spLocks noGrp="1"/>
          </p:cNvSpPr>
          <p:nvPr>
            <p:ph type="body" sz="quarter" idx="10"/>
          </p:nvPr>
        </p:nvSpPr>
        <p:spPr>
          <a:xfrm>
            <a:off x="927166" y="686338"/>
            <a:ext cx="6552655" cy="484530"/>
          </a:xfrm>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B254A50C-FE20-388C-5484-1721C117C6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3689" y="1531401"/>
            <a:ext cx="2912562" cy="2551784"/>
          </a:xfrm>
          <a:prstGeom prst="rect">
            <a:avLst/>
          </a:prstGeom>
        </p:spPr>
      </p:pic>
      <p:sp>
        <p:nvSpPr>
          <p:cNvPr id="7" name="Text Placeholder 3">
            <a:extLst>
              <a:ext uri="{FF2B5EF4-FFF2-40B4-BE49-F238E27FC236}">
                <a16:creationId xmlns:a16="http://schemas.microsoft.com/office/drawing/2014/main" id="{CE106A57-5495-D6AA-A36A-54E4A9F1FC04}"/>
              </a:ext>
            </a:extLst>
          </p:cNvPr>
          <p:cNvSpPr txBox="1">
            <a:spLocks noGrp="1"/>
          </p:cNvSpPr>
          <p:nvPr>
            <p:ph type="body" sz="quarter" idx="11"/>
          </p:nvPr>
        </p:nvSpPr>
        <p:spPr>
          <a:xfrm>
            <a:off x="220007" y="1594209"/>
            <a:ext cx="4193684" cy="3479680"/>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100"/>
              </a:lnSpc>
            </a:pPr>
            <a:r>
              <a:rPr lang="en-GB" sz="1800" b="1" dirty="0">
                <a:solidFill>
                  <a:schemeClr val="accent5"/>
                </a:solidFill>
              </a:rPr>
              <a:t>Any takeaways from this session?</a:t>
            </a:r>
          </a:p>
          <a:p>
            <a:pPr>
              <a:lnSpc>
                <a:spcPts val="2100"/>
              </a:lnSpc>
            </a:pPr>
            <a:r>
              <a:rPr lang="en-GB" sz="1800" b="1" dirty="0">
                <a:solidFill>
                  <a:schemeClr val="accent5"/>
                </a:solidFill>
              </a:rPr>
              <a:t>Has it helped you in your understanding of Obesity in respect of exercise prescription?</a:t>
            </a:r>
          </a:p>
          <a:p>
            <a:pPr>
              <a:lnSpc>
                <a:spcPts val="2100"/>
              </a:lnSpc>
            </a:pPr>
            <a:endParaRPr lang="en-GB" sz="1800" b="1" dirty="0">
              <a:solidFill>
                <a:schemeClr val="accent5"/>
              </a:solidFill>
            </a:endParaRPr>
          </a:p>
          <a:p>
            <a:pPr>
              <a:lnSpc>
                <a:spcPts val="2100"/>
              </a:lnSpc>
            </a:pPr>
            <a:r>
              <a:rPr lang="en-GB" sz="1800" b="1" dirty="0">
                <a:solidFill>
                  <a:schemeClr val="accent5"/>
                </a:solidFill>
              </a:rPr>
              <a:t>Work in pairs, put ideas on a </a:t>
            </a:r>
            <a:r>
              <a:rPr lang="en-GB" sz="1800" b="1" dirty="0" err="1">
                <a:solidFill>
                  <a:schemeClr val="accent5"/>
                </a:solidFill>
              </a:rPr>
              <a:t>post-it</a:t>
            </a:r>
            <a:r>
              <a:rPr lang="en-GB" sz="18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5D8CE798-2574-B9FA-F98B-AF993E507E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755" y="3753187"/>
            <a:ext cx="1111819" cy="884237"/>
          </a:xfrm>
          <a:prstGeom prst="rect">
            <a:avLst/>
          </a:prstGeom>
        </p:spPr>
      </p:pic>
    </p:spTree>
    <p:extLst>
      <p:ext uri="{BB962C8B-B14F-4D97-AF65-F5344CB8AC3E}">
        <p14:creationId xmlns:p14="http://schemas.microsoft.com/office/powerpoint/2010/main" val="3141627440"/>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8CBEDA-E3F7-B63B-9580-1698C0B4A66C}"/>
              </a:ext>
            </a:extLst>
          </p:cNvPr>
          <p:cNvSpPr>
            <a:spLocks noGrp="1"/>
          </p:cNvSpPr>
          <p:nvPr>
            <p:ph type="body" sz="quarter" idx="10"/>
          </p:nvPr>
        </p:nvSpPr>
        <p:spPr>
          <a:xfrm>
            <a:off x="1603219" y="348244"/>
            <a:ext cx="5001014" cy="531230"/>
          </a:xfrm>
        </p:spPr>
        <p:txBody>
          <a:bodyPr>
            <a:normAutofit fontScale="85000" lnSpcReduction="10000"/>
          </a:bodyPr>
          <a:lstStyle/>
          <a:p>
            <a:pPr algn="ctr"/>
            <a:r>
              <a:rPr lang="en-GB" b="1" dirty="0"/>
              <a:t>Any Questions?</a:t>
            </a:r>
          </a:p>
        </p:txBody>
      </p:sp>
      <p:pic>
        <p:nvPicPr>
          <p:cNvPr id="5" name="Picture 4">
            <a:extLst>
              <a:ext uri="{FF2B5EF4-FFF2-40B4-BE49-F238E27FC236}">
                <a16:creationId xmlns:a16="http://schemas.microsoft.com/office/drawing/2014/main" id="{1B0D4733-2516-8DBB-8A15-4904E3D2D39A}"/>
              </a:ext>
            </a:extLst>
          </p:cNvPr>
          <p:cNvPicPr>
            <a:picLocks noChangeAspect="1"/>
          </p:cNvPicPr>
          <p:nvPr/>
        </p:nvPicPr>
        <p:blipFill>
          <a:blip r:embed="rId2"/>
          <a:stretch>
            <a:fillRect/>
          </a:stretch>
        </p:blipFill>
        <p:spPr>
          <a:xfrm>
            <a:off x="1993805" y="1102997"/>
            <a:ext cx="4710605" cy="3140403"/>
          </a:xfrm>
          <a:prstGeom prst="rect">
            <a:avLst/>
          </a:prstGeom>
        </p:spPr>
      </p:pic>
    </p:spTree>
    <p:extLst>
      <p:ext uri="{BB962C8B-B14F-4D97-AF65-F5344CB8AC3E}">
        <p14:creationId xmlns:p14="http://schemas.microsoft.com/office/powerpoint/2010/main" val="1658863052"/>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4C8995-761E-6BF1-7C6B-DAC429E7385E}"/>
              </a:ext>
            </a:extLst>
          </p:cNvPr>
          <p:cNvSpPr>
            <a:spLocks noGrp="1"/>
          </p:cNvSpPr>
          <p:nvPr>
            <p:ph type="body" sz="quarter" idx="10"/>
          </p:nvPr>
        </p:nvSpPr>
        <p:spPr>
          <a:xfrm>
            <a:off x="899594" y="699542"/>
            <a:ext cx="7013747" cy="488301"/>
          </a:xfrm>
        </p:spPr>
        <p:txBody>
          <a:bodyPr/>
          <a:lstStyle/>
          <a:p>
            <a:r>
              <a:rPr lang="en-GB" dirty="0"/>
              <a:t>         Next-PART TWO (Course 2)</a:t>
            </a:r>
          </a:p>
        </p:txBody>
      </p:sp>
      <p:sp>
        <p:nvSpPr>
          <p:cNvPr id="3" name="Text Placeholder 2">
            <a:extLst>
              <a:ext uri="{FF2B5EF4-FFF2-40B4-BE49-F238E27FC236}">
                <a16:creationId xmlns:a16="http://schemas.microsoft.com/office/drawing/2014/main" id="{99DB2235-5561-41B0-1287-ABD8ED0FA12B}"/>
              </a:ext>
            </a:extLst>
          </p:cNvPr>
          <p:cNvSpPr>
            <a:spLocks noGrp="1"/>
          </p:cNvSpPr>
          <p:nvPr>
            <p:ph type="body" sz="quarter" idx="11"/>
          </p:nvPr>
        </p:nvSpPr>
        <p:spPr/>
        <p:txBody>
          <a:bodyPr/>
          <a:lstStyle/>
          <a:p>
            <a:pPr marL="0" indent="0">
              <a:buNone/>
            </a:pPr>
            <a:endParaRPr lang="en-GB" sz="2800" b="1" dirty="0">
              <a:solidFill>
                <a:srgbClr val="0070C0"/>
              </a:solidFill>
            </a:endParaRPr>
          </a:p>
          <a:p>
            <a:pPr marL="0" indent="0">
              <a:buNone/>
            </a:pPr>
            <a:r>
              <a:rPr lang="en-GB" sz="2800" b="1" dirty="0">
                <a:solidFill>
                  <a:srgbClr val="0070C0"/>
                </a:solidFill>
              </a:rPr>
              <a:t>         AIM:</a:t>
            </a:r>
          </a:p>
          <a:p>
            <a:pPr marL="0" indent="0">
              <a:buNone/>
            </a:pPr>
            <a:r>
              <a:rPr lang="en-GB" sz="2000" b="1" dirty="0">
                <a:solidFill>
                  <a:srgbClr val="0070C0"/>
                </a:solidFill>
              </a:rPr>
              <a:t>             To apply the principles of planning and designing </a:t>
            </a:r>
          </a:p>
          <a:p>
            <a:pPr marL="0" indent="0">
              <a:buNone/>
            </a:pPr>
            <a:r>
              <a:rPr lang="en-GB" sz="2000" b="1" dirty="0">
                <a:solidFill>
                  <a:srgbClr val="0070C0"/>
                </a:solidFill>
              </a:rPr>
              <a:t>             an exercise </a:t>
            </a:r>
            <a:r>
              <a:rPr lang="en-GB" sz="2000" b="1" dirty="0" err="1">
                <a:solidFill>
                  <a:srgbClr val="0070C0"/>
                </a:solidFill>
              </a:rPr>
              <a:t>progamme</a:t>
            </a:r>
            <a:r>
              <a:rPr lang="en-GB" sz="2000" b="1" dirty="0">
                <a:solidFill>
                  <a:srgbClr val="0070C0"/>
                </a:solidFill>
              </a:rPr>
              <a:t>/prescription for special    </a:t>
            </a:r>
          </a:p>
          <a:p>
            <a:pPr marL="0" indent="0">
              <a:buNone/>
            </a:pPr>
            <a:r>
              <a:rPr lang="en-GB" sz="2000" b="1" dirty="0">
                <a:solidFill>
                  <a:srgbClr val="0070C0"/>
                </a:solidFill>
              </a:rPr>
              <a:t>             populations.</a:t>
            </a:r>
          </a:p>
          <a:p>
            <a:pPr marL="0" indent="0">
              <a:buNone/>
            </a:pPr>
            <a:r>
              <a:rPr lang="en-GB" sz="2000" b="1" dirty="0">
                <a:solidFill>
                  <a:srgbClr val="0070C0"/>
                </a:solidFill>
              </a:rPr>
              <a:t>    </a:t>
            </a:r>
          </a:p>
          <a:p>
            <a:pPr marL="0" indent="0">
              <a:buNone/>
            </a:pPr>
            <a:r>
              <a:rPr lang="en-GB" b="1" dirty="0">
                <a:solidFill>
                  <a:srgbClr val="0070C0"/>
                </a:solidFill>
              </a:rPr>
              <a:t>   </a:t>
            </a:r>
          </a:p>
          <a:p>
            <a:endParaRPr lang="en-GB" dirty="0"/>
          </a:p>
        </p:txBody>
      </p:sp>
    </p:spTree>
    <p:extLst>
      <p:ext uri="{BB962C8B-B14F-4D97-AF65-F5344CB8AC3E}">
        <p14:creationId xmlns:p14="http://schemas.microsoft.com/office/powerpoint/2010/main" val="2896326443"/>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6748-C67C-0B0A-1B70-8BAC4316F96A}"/>
              </a:ext>
            </a:extLst>
          </p:cNvPr>
          <p:cNvSpPr>
            <a:spLocks noGrp="1"/>
          </p:cNvSpPr>
          <p:nvPr>
            <p:ph type="title"/>
          </p:nvPr>
        </p:nvSpPr>
        <p:spPr>
          <a:xfrm>
            <a:off x="226422" y="216090"/>
            <a:ext cx="8559869" cy="540060"/>
          </a:xfrm>
        </p:spPr>
        <p:txBody>
          <a:bodyPr/>
          <a:lstStyle/>
          <a:p>
            <a:r>
              <a:rPr lang="en-US" dirty="0"/>
              <a:t>References </a:t>
            </a:r>
          </a:p>
        </p:txBody>
      </p:sp>
      <p:sp>
        <p:nvSpPr>
          <p:cNvPr id="3" name="Picture Placeholder 2">
            <a:extLst>
              <a:ext uri="{FF2B5EF4-FFF2-40B4-BE49-F238E27FC236}">
                <a16:creationId xmlns:a16="http://schemas.microsoft.com/office/drawing/2014/main" id="{B3655D73-2130-592D-CA41-D847383A63B4}"/>
              </a:ext>
            </a:extLst>
          </p:cNvPr>
          <p:cNvSpPr>
            <a:spLocks noGrp="1"/>
          </p:cNvSpPr>
          <p:nvPr>
            <p:ph type="pic" sz="quarter" idx="13"/>
          </p:nvPr>
        </p:nvSpPr>
        <p:spPr/>
        <p:txBody>
          <a:bodyPr/>
          <a:lstStyle/>
          <a:p>
            <a:endParaRPr lang="en-US"/>
          </a:p>
        </p:txBody>
      </p:sp>
      <p:graphicFrame>
        <p:nvGraphicFramePr>
          <p:cNvPr id="4" name="Table 3">
            <a:extLst>
              <a:ext uri="{FF2B5EF4-FFF2-40B4-BE49-F238E27FC236}">
                <a16:creationId xmlns:a16="http://schemas.microsoft.com/office/drawing/2014/main" id="{97E68CD6-C1DD-CD49-2499-5119E01C4EF2}"/>
              </a:ext>
            </a:extLst>
          </p:cNvPr>
          <p:cNvGraphicFramePr>
            <a:graphicFrameLocks noGrp="1"/>
          </p:cNvGraphicFramePr>
          <p:nvPr>
            <p:extLst>
              <p:ext uri="{D42A27DB-BD31-4B8C-83A1-F6EECF244321}">
                <p14:modId xmlns:p14="http://schemas.microsoft.com/office/powerpoint/2010/main" val="2138563218"/>
              </p:ext>
            </p:extLst>
          </p:nvPr>
        </p:nvGraphicFramePr>
        <p:xfrm>
          <a:off x="170481" y="756151"/>
          <a:ext cx="8747097" cy="4840691"/>
        </p:xfrm>
        <a:graphic>
          <a:graphicData uri="http://schemas.openxmlformats.org/drawingml/2006/table">
            <a:tbl>
              <a:tblPr/>
              <a:tblGrid>
                <a:gridCol w="8747097">
                  <a:extLst>
                    <a:ext uri="{9D8B030D-6E8A-4147-A177-3AD203B41FA5}">
                      <a16:colId xmlns:a16="http://schemas.microsoft.com/office/drawing/2014/main" val="1246565933"/>
                    </a:ext>
                  </a:extLst>
                </a:gridCol>
              </a:tblGrid>
              <a:tr h="4638595">
                <a:tc>
                  <a:txBody>
                    <a:bodyPr/>
                    <a:lstStyle/>
                    <a:p>
                      <a:pPr marL="0" marR="0" lvl="0" indent="0" algn="l" defTabSz="457166" rtl="0" eaLnBrk="1" fontAlgn="t" latinLnBrk="0" hangingPunct="1">
                        <a:lnSpc>
                          <a:spcPts val="1500"/>
                        </a:lnSpc>
                        <a:spcBef>
                          <a:spcPts val="0"/>
                        </a:spcBef>
                        <a:spcAft>
                          <a:spcPts val="0"/>
                        </a:spcAft>
                        <a:buClrTx/>
                        <a:buSzTx/>
                        <a:buFontTx/>
                        <a:buNone/>
                        <a:tabLst/>
                        <a:defRPr/>
                      </a:pPr>
                      <a:r>
                        <a:rPr lang="en-GB" sz="1200" b="0" i="0" dirty="0">
                          <a:effectLst/>
                          <a:latin typeface="+mn-lt"/>
                          <a:ea typeface="Calibri" panose="020F0502020204030204" pitchFamily="34" charset="0"/>
                          <a:cs typeface="Calibri" panose="020F0502020204030204" pitchFamily="34" charset="0"/>
                        </a:rPr>
                        <a:t>Colquitt, J. L., Picot, J., Loveman, E., &amp; Clegg, A. J. (2009). </a:t>
                      </a:r>
                      <a:r>
                        <a:rPr lang="en-GB" sz="1200" b="0" i="1" dirty="0">
                          <a:effectLst/>
                          <a:latin typeface="+mn-lt"/>
                          <a:ea typeface="Calibri" panose="020F0502020204030204" pitchFamily="34" charset="0"/>
                          <a:cs typeface="Calibri" panose="020F0502020204030204" pitchFamily="34" charset="0"/>
                        </a:rPr>
                        <a:t>Surgery for obesity.</a:t>
                      </a:r>
                      <a:r>
                        <a:rPr lang="en-GB" sz="1200" b="0" i="0" dirty="0">
                          <a:effectLst/>
                          <a:latin typeface="+mn-lt"/>
                          <a:ea typeface="Calibri" panose="020F0502020204030204" pitchFamily="34" charset="0"/>
                          <a:cs typeface="Calibri" panose="020F0502020204030204" pitchFamily="34" charset="0"/>
                        </a:rPr>
                        <a:t> Cochrane Database of Systematic Reviews, 2, CD003641. </a:t>
                      </a:r>
                      <a:r>
                        <a:rPr lang="en-GB" sz="1200" b="0" i="0" dirty="0">
                          <a:effectLst/>
                          <a:latin typeface="+mn-lt"/>
                          <a:ea typeface="Calibri" panose="020F0502020204030204" pitchFamily="34" charset="0"/>
                          <a:cs typeface="Calibri" panose="020F0502020204030204" pitchFamily="34" charset="0"/>
                          <a:hlinkClick r:id="rId2"/>
                        </a:rPr>
                        <a:t>https://doi.org/10.1002/14651858.CD003641.pub3</a:t>
                      </a:r>
                      <a:endParaRPr lang="en-GB" sz="1200" b="0" i="0" dirty="0">
                        <a:effectLst/>
                        <a:latin typeface="+mn-lt"/>
                        <a:ea typeface="Calibri" panose="020F0502020204030204" pitchFamily="34" charset="0"/>
                        <a:cs typeface="Calibri" panose="020F0502020204030204" pitchFamily="34" charset="0"/>
                      </a:endParaRPr>
                    </a:p>
                    <a:p>
                      <a:pPr marL="0" marR="0" lvl="0" indent="0" algn="l" defTabSz="457166" rtl="0" eaLnBrk="1" fontAlgn="t" latinLnBrk="0" hangingPunct="1">
                        <a:lnSpc>
                          <a:spcPts val="1500"/>
                        </a:lnSpc>
                        <a:spcBef>
                          <a:spcPts val="0"/>
                        </a:spcBef>
                        <a:spcAft>
                          <a:spcPts val="0"/>
                        </a:spcAft>
                        <a:buClrTx/>
                        <a:buSzTx/>
                        <a:buFontTx/>
                        <a:buNone/>
                        <a:tabLst/>
                        <a:defRPr/>
                      </a:pPr>
                      <a:endParaRPr lang="en-GB" sz="1200" b="0" i="0" dirty="0">
                        <a:effectLst/>
                        <a:latin typeface="+mn-lt"/>
                        <a:ea typeface="Calibri" panose="020F0502020204030204" pitchFamily="34" charset="0"/>
                        <a:cs typeface="Calibri" panose="020F0502020204030204" pitchFamily="34" charset="0"/>
                      </a:endParaRPr>
                    </a:p>
                    <a:p>
                      <a:pPr fontAlgn="t">
                        <a:lnSpc>
                          <a:spcPts val="1500"/>
                        </a:lnSpc>
                        <a:buNone/>
                      </a:pPr>
                      <a:r>
                        <a:rPr lang="en-GB" sz="1200" b="0" i="0" dirty="0">
                          <a:effectLst/>
                          <a:latin typeface="+mn-lt"/>
                          <a:ea typeface="Calibri" panose="020F0502020204030204" pitchFamily="34" charset="0"/>
                          <a:cs typeface="Calibri" panose="020F0502020204030204" pitchFamily="34" charset="0"/>
                        </a:rPr>
                        <a:t>Donnelly, J. E., Greene, J. L., Gibson, C. A., Smith, B. K., Washburn, R. A., Sullivan, D. K., </a:t>
                      </a:r>
                      <a:r>
                        <a:rPr lang="en-GB" sz="1200" b="0" i="1" dirty="0">
                          <a:effectLst/>
                          <a:latin typeface="+mn-lt"/>
                          <a:ea typeface="Calibri" panose="020F0502020204030204" pitchFamily="34" charset="0"/>
                          <a:cs typeface="Calibri" panose="020F0502020204030204" pitchFamily="34" charset="0"/>
                        </a:rPr>
                        <a:t>et al.</a:t>
                      </a:r>
                      <a:r>
                        <a:rPr lang="en-GB" sz="1200" b="0" i="0" dirty="0">
                          <a:effectLst/>
                          <a:latin typeface="+mn-lt"/>
                          <a:ea typeface="Calibri" panose="020F0502020204030204" pitchFamily="34" charset="0"/>
                          <a:cs typeface="Calibri" panose="020F0502020204030204" pitchFamily="34" charset="0"/>
                        </a:rPr>
                        <a:t> (2009). </a:t>
                      </a:r>
                      <a:r>
                        <a:rPr lang="en-GB" sz="1200" b="0" i="1" dirty="0">
                          <a:effectLst/>
                          <a:latin typeface="+mn-lt"/>
                          <a:ea typeface="Calibri" panose="020F0502020204030204" pitchFamily="34" charset="0"/>
                          <a:cs typeface="Calibri" panose="020F0502020204030204" pitchFamily="34" charset="0"/>
                        </a:rPr>
                        <a:t>Physical activity across the curriculum (PAAC): A randomized controlled trial to promote physical activity and diminish overweight and obesity in elementary school children.</a:t>
                      </a:r>
                      <a:r>
                        <a:rPr lang="en-GB" sz="1200" b="0" i="0" dirty="0">
                          <a:effectLst/>
                          <a:latin typeface="+mn-lt"/>
                          <a:ea typeface="Calibri" panose="020F0502020204030204" pitchFamily="34" charset="0"/>
                          <a:cs typeface="Calibri" panose="020F0502020204030204" pitchFamily="34" charset="0"/>
                        </a:rPr>
                        <a:t> Preventive Medicine, 49, 336–341. </a:t>
                      </a:r>
                    </a:p>
                    <a:p>
                      <a:pPr fontAlgn="t">
                        <a:lnSpc>
                          <a:spcPts val="1500"/>
                        </a:lnSpc>
                        <a:buNone/>
                      </a:pPr>
                      <a:endParaRPr lang="en-GB" sz="1200" b="0" i="0" dirty="0">
                        <a:effectLst/>
                        <a:latin typeface="+mn-lt"/>
                        <a:ea typeface="Calibri" panose="020F0502020204030204" pitchFamily="34" charset="0"/>
                        <a:cs typeface="Calibri" panose="020F0502020204030204" pitchFamily="34" charset="0"/>
                      </a:endParaRPr>
                    </a:p>
                    <a:p>
                      <a:pPr marL="0" marR="0" lvl="0" indent="0" algn="l" defTabSz="457166" rtl="0" eaLnBrk="1" fontAlgn="t" latinLnBrk="0" hangingPunct="1">
                        <a:lnSpc>
                          <a:spcPts val="1500"/>
                        </a:lnSpc>
                        <a:spcBef>
                          <a:spcPts val="0"/>
                        </a:spcBef>
                        <a:spcAft>
                          <a:spcPts val="0"/>
                        </a:spcAft>
                        <a:buClrTx/>
                        <a:buSzTx/>
                        <a:buFontTx/>
                        <a:buNone/>
                        <a:tabLst/>
                        <a:defRPr/>
                      </a:pPr>
                      <a:r>
                        <a:rPr lang="en-GB" sz="1200" b="0" i="0" dirty="0">
                          <a:effectLst/>
                          <a:latin typeface="+mn-lt"/>
                          <a:ea typeface="Calibri" panose="020F0502020204030204" pitchFamily="34" charset="0"/>
                          <a:cs typeface="Calibri" panose="020F0502020204030204" pitchFamily="34" charset="0"/>
                        </a:rPr>
                        <a:t>Debeaumont, D., Tardif, C., </a:t>
                      </a:r>
                      <a:r>
                        <a:rPr lang="en-GB" sz="1200" b="0" i="0" dirty="0" err="1">
                          <a:effectLst/>
                          <a:latin typeface="+mn-lt"/>
                          <a:ea typeface="Calibri" panose="020F0502020204030204" pitchFamily="34" charset="0"/>
                          <a:cs typeface="Calibri" panose="020F0502020204030204" pitchFamily="34" charset="0"/>
                        </a:rPr>
                        <a:t>Folope</a:t>
                      </a:r>
                      <a:r>
                        <a:rPr lang="en-GB" sz="1200" b="0" i="0" dirty="0">
                          <a:effectLst/>
                          <a:latin typeface="+mn-lt"/>
                          <a:ea typeface="Calibri" panose="020F0502020204030204" pitchFamily="34" charset="0"/>
                          <a:cs typeface="Calibri" panose="020F0502020204030204" pitchFamily="34" charset="0"/>
                        </a:rPr>
                        <a:t>, V., </a:t>
                      </a:r>
                      <a:r>
                        <a:rPr lang="en-GB" sz="1200" b="0" i="0" dirty="0" err="1">
                          <a:effectLst/>
                          <a:latin typeface="+mn-lt"/>
                          <a:ea typeface="Calibri" panose="020F0502020204030204" pitchFamily="34" charset="0"/>
                          <a:cs typeface="Calibri" panose="020F0502020204030204" pitchFamily="34" charset="0"/>
                        </a:rPr>
                        <a:t>Castres</a:t>
                      </a:r>
                      <a:r>
                        <a:rPr lang="en-GB" sz="1200" b="0" i="0" dirty="0">
                          <a:effectLst/>
                          <a:latin typeface="+mn-lt"/>
                          <a:ea typeface="Calibri" panose="020F0502020204030204" pitchFamily="34" charset="0"/>
                          <a:cs typeface="Calibri" panose="020F0502020204030204" pitchFamily="34" charset="0"/>
                        </a:rPr>
                        <a:t>, I., Lemaitre, F., </a:t>
                      </a:r>
                      <a:r>
                        <a:rPr lang="en-GB" sz="1200" b="0" i="0" dirty="0" err="1">
                          <a:effectLst/>
                          <a:latin typeface="+mn-lt"/>
                          <a:ea typeface="Calibri" panose="020F0502020204030204" pitchFamily="34" charset="0"/>
                          <a:cs typeface="Calibri" panose="020F0502020204030204" pitchFamily="34" charset="0"/>
                        </a:rPr>
                        <a:t>Tourny</a:t>
                      </a:r>
                      <a:r>
                        <a:rPr lang="en-GB" sz="1200" b="0" i="0" dirty="0">
                          <a:effectLst/>
                          <a:latin typeface="+mn-lt"/>
                          <a:ea typeface="Calibri" panose="020F0502020204030204" pitchFamily="34" charset="0"/>
                          <a:cs typeface="Calibri" panose="020F0502020204030204" pitchFamily="34" charset="0"/>
                        </a:rPr>
                        <a:t>, C., </a:t>
                      </a:r>
                      <a:r>
                        <a:rPr lang="en-GB" sz="1200" b="0" i="1" dirty="0">
                          <a:effectLst/>
                          <a:latin typeface="+mn-lt"/>
                          <a:ea typeface="Calibri" panose="020F0502020204030204" pitchFamily="34" charset="0"/>
                          <a:cs typeface="Calibri" panose="020F0502020204030204" pitchFamily="34" charset="0"/>
                        </a:rPr>
                        <a:t>et al.</a:t>
                      </a:r>
                      <a:r>
                        <a:rPr lang="en-GB" sz="1200" b="0" i="0" dirty="0">
                          <a:effectLst/>
                          <a:latin typeface="+mn-lt"/>
                          <a:ea typeface="Calibri" panose="020F0502020204030204" pitchFamily="34" charset="0"/>
                          <a:cs typeface="Calibri" panose="020F0502020204030204" pitchFamily="34" charset="0"/>
                        </a:rPr>
                        <a:t> (2016). </a:t>
                      </a:r>
                      <a:r>
                        <a:rPr lang="en-GB" sz="1200" b="0" i="1" dirty="0">
                          <a:effectLst/>
                          <a:latin typeface="+mn-lt"/>
                          <a:ea typeface="Calibri" panose="020F0502020204030204" pitchFamily="34" charset="0"/>
                          <a:cs typeface="Calibri" panose="020F0502020204030204" pitchFamily="34" charset="0"/>
                        </a:rPr>
                        <a:t>A specific prediction equation is necessary to estimate peak oxygen uptake in obese patients with metabolic syndrome.</a:t>
                      </a:r>
                      <a:r>
                        <a:rPr lang="en-GB" sz="1200" b="0" i="0" dirty="0">
                          <a:effectLst/>
                          <a:latin typeface="+mn-lt"/>
                          <a:ea typeface="Calibri" panose="020F0502020204030204" pitchFamily="34" charset="0"/>
                          <a:cs typeface="Calibri" panose="020F0502020204030204" pitchFamily="34" charset="0"/>
                        </a:rPr>
                        <a:t> Journal of Endocrinological Investigation, 39, 635–642.</a:t>
                      </a:r>
                    </a:p>
                    <a:p>
                      <a:pPr marL="0" marR="0" lvl="0" indent="0" algn="l" defTabSz="457166" rtl="0" eaLnBrk="1" fontAlgn="t" latinLnBrk="0" hangingPunct="1">
                        <a:lnSpc>
                          <a:spcPts val="1500"/>
                        </a:lnSpc>
                        <a:spcBef>
                          <a:spcPts val="0"/>
                        </a:spcBef>
                        <a:spcAft>
                          <a:spcPts val="0"/>
                        </a:spcAft>
                        <a:buClrTx/>
                        <a:buSzTx/>
                        <a:buFontTx/>
                        <a:buNone/>
                        <a:tabLst/>
                        <a:defRPr/>
                      </a:pPr>
                      <a:endParaRPr lang="en-GB" sz="1200" b="0" i="0" dirty="0">
                        <a:effectLst/>
                        <a:latin typeface="+mn-lt"/>
                        <a:ea typeface="Calibri" panose="020F0502020204030204" pitchFamily="34" charset="0"/>
                        <a:cs typeface="Calibri" panose="020F0502020204030204" pitchFamily="34" charset="0"/>
                      </a:endParaRPr>
                    </a:p>
                    <a:p>
                      <a:r>
                        <a:rPr lang="en-GB" sz="1200" kern="1200" dirty="0">
                          <a:solidFill>
                            <a:schemeClr val="tx1"/>
                          </a:solidFill>
                          <a:effectLst/>
                          <a:latin typeface="+mn-lt"/>
                          <a:ea typeface="+mn-ea"/>
                          <a:cs typeface="+mn-cs"/>
                        </a:rPr>
                        <a:t>Fico BG, Miller KB, Somani YB, et al. (2023) The effects of obesity on the inflammatory, cardiovascular, and neurobiological responses to exercise in older adults. </a:t>
                      </a:r>
                      <a:r>
                        <a:rPr lang="en-GB" sz="1200" i="1" kern="1200" dirty="0">
                          <a:solidFill>
                            <a:schemeClr val="tx1"/>
                          </a:solidFill>
                          <a:effectLst/>
                          <a:latin typeface="+mn-lt"/>
                          <a:ea typeface="+mn-ea"/>
                          <a:cs typeface="+mn-cs"/>
                        </a:rPr>
                        <a:t>Biology (Basel)</a:t>
                      </a:r>
                      <a:r>
                        <a:rPr lang="en-GB" sz="1200" kern="1200" dirty="0">
                          <a:solidFill>
                            <a:schemeClr val="tx1"/>
                          </a:solidFill>
                          <a:effectLst/>
                          <a:latin typeface="+mn-lt"/>
                          <a:ea typeface="+mn-ea"/>
                          <a:cs typeface="+mn-cs"/>
                        </a:rPr>
                        <a:t>. 2023;12(6):865.</a:t>
                      </a:r>
                    </a:p>
                    <a:p>
                      <a:endParaRPr lang="en-GB" sz="1200" b="0" i="0" dirty="0">
                        <a:effectLst/>
                        <a:latin typeface="+mn-lt"/>
                        <a:ea typeface="Calibri" panose="020F0502020204030204" pitchFamily="34" charset="0"/>
                        <a:cs typeface="Calibri" panose="020F0502020204030204" pitchFamily="34" charset="0"/>
                      </a:endParaRPr>
                    </a:p>
                    <a:p>
                      <a:pPr fontAlgn="t">
                        <a:lnSpc>
                          <a:spcPts val="1500"/>
                        </a:lnSpc>
                        <a:buNone/>
                      </a:pPr>
                      <a:r>
                        <a:rPr lang="en-GB" sz="1200" b="0" i="0" dirty="0">
                          <a:effectLst/>
                          <a:latin typeface="+mn-lt"/>
                          <a:ea typeface="Calibri" panose="020F0502020204030204" pitchFamily="34" charset="0"/>
                          <a:cs typeface="Calibri" panose="020F0502020204030204" pitchFamily="34" charset="0"/>
                        </a:rPr>
                        <a:t>Haskell, W. L., Lee, I.-M., Pate, R. R., Powell, K. E., Blair, S. N., Franklin, B. A., </a:t>
                      </a:r>
                      <a:r>
                        <a:rPr lang="en-GB" sz="1200" b="0" i="1" dirty="0">
                          <a:effectLst/>
                          <a:latin typeface="+mn-lt"/>
                          <a:ea typeface="Calibri" panose="020F0502020204030204" pitchFamily="34" charset="0"/>
                          <a:cs typeface="Calibri" panose="020F0502020204030204" pitchFamily="34" charset="0"/>
                        </a:rPr>
                        <a:t>et al.</a:t>
                      </a:r>
                      <a:r>
                        <a:rPr lang="en-GB" sz="1200" b="0" i="0" dirty="0">
                          <a:effectLst/>
                          <a:latin typeface="+mn-lt"/>
                          <a:ea typeface="Calibri" panose="020F0502020204030204" pitchFamily="34" charset="0"/>
                          <a:cs typeface="Calibri" panose="020F0502020204030204" pitchFamily="34" charset="0"/>
                        </a:rPr>
                        <a:t> (2007). </a:t>
                      </a:r>
                      <a:r>
                        <a:rPr lang="en-GB" sz="1200" b="0" i="1" dirty="0">
                          <a:effectLst/>
                          <a:latin typeface="+mn-lt"/>
                          <a:ea typeface="Calibri" panose="020F0502020204030204" pitchFamily="34" charset="0"/>
                          <a:cs typeface="Calibri" panose="020F0502020204030204" pitchFamily="34" charset="0"/>
                        </a:rPr>
                        <a:t>Physical activity and public health: Updated recommendations for adults from the American College of Sports Medicine and the American Heart Association.</a:t>
                      </a:r>
                      <a:r>
                        <a:rPr lang="en-GB" sz="1200" b="0" i="0" dirty="0">
                          <a:effectLst/>
                          <a:latin typeface="+mn-lt"/>
                          <a:ea typeface="Calibri" panose="020F0502020204030204" pitchFamily="34" charset="0"/>
                          <a:cs typeface="Calibri" panose="020F0502020204030204" pitchFamily="34" charset="0"/>
                        </a:rPr>
                        <a:t> Medicine &amp; Science in Sports &amp; Exercise, 39, 1423–1434. </a:t>
                      </a:r>
                    </a:p>
                    <a:p>
                      <a:pPr fontAlgn="t">
                        <a:lnSpc>
                          <a:spcPts val="1500"/>
                        </a:lnSpc>
                        <a:buNone/>
                      </a:pPr>
                      <a:endParaRPr lang="en-GB" sz="1200" b="0" i="0" dirty="0">
                        <a:effectLst/>
                        <a:latin typeface="+mn-lt"/>
                        <a:ea typeface="Calibri" panose="020F0502020204030204" pitchFamily="34" charset="0"/>
                        <a:cs typeface="Calibri" panose="020F0502020204030204" pitchFamily="34" charset="0"/>
                      </a:endParaRPr>
                    </a:p>
                    <a:p>
                      <a:pPr marL="0" marR="0" lvl="0" indent="0" algn="l" defTabSz="457166" rtl="0" eaLnBrk="1" fontAlgn="t" latinLnBrk="0" hangingPunct="1">
                        <a:lnSpc>
                          <a:spcPts val="1500"/>
                        </a:lnSpc>
                        <a:spcBef>
                          <a:spcPts val="0"/>
                        </a:spcBef>
                        <a:spcAft>
                          <a:spcPts val="0"/>
                        </a:spcAft>
                        <a:buClrTx/>
                        <a:buSzTx/>
                        <a:buFontTx/>
                        <a:buNone/>
                        <a:tabLst/>
                        <a:defRPr/>
                      </a:pPr>
                      <a:r>
                        <a:rPr lang="en-GB" sz="1200" dirty="0">
                          <a:solidFill>
                            <a:srgbClr val="000000"/>
                          </a:solidFill>
                          <a:latin typeface="+mn-lt"/>
                        </a:rPr>
                        <a:t>Herring and Broom, in Andrew Scott, David Broom (2022) </a:t>
                      </a:r>
                      <a:r>
                        <a:rPr lang="en-GB" sz="1200" b="0" i="0" dirty="0">
                          <a:solidFill>
                            <a:srgbClr val="000000"/>
                          </a:solidFill>
                          <a:effectLst/>
                          <a:latin typeface="+mn-lt"/>
                        </a:rPr>
                        <a:t>Exercise Management for Referred Medical Conditions, Taylor &amp; Francis, </a:t>
                      </a:r>
                      <a:r>
                        <a:rPr lang="en-GB" sz="1200" dirty="0">
                          <a:solidFill>
                            <a:srgbClr val="000000"/>
                          </a:solidFill>
                          <a:latin typeface="+mn-lt"/>
                        </a:rPr>
                        <a:t>L</a:t>
                      </a:r>
                      <a:r>
                        <a:rPr lang="en-GB" sz="1200" b="0" i="0" dirty="0">
                          <a:solidFill>
                            <a:srgbClr val="000000"/>
                          </a:solidFill>
                          <a:effectLst/>
                          <a:latin typeface="+mn-lt"/>
                        </a:rPr>
                        <a:t>ondon.</a:t>
                      </a:r>
                    </a:p>
                    <a:p>
                      <a:pPr fontAlgn="t">
                        <a:lnSpc>
                          <a:spcPts val="1500"/>
                        </a:lnSpc>
                        <a:buNone/>
                      </a:pPr>
                      <a:endParaRPr lang="en-GB" sz="1200" b="0" i="0" dirty="0">
                        <a:effectLst/>
                        <a:latin typeface="+mn-lt"/>
                        <a:ea typeface="Calibri" panose="020F0502020204030204" pitchFamily="34" charset="0"/>
                        <a:cs typeface="Calibri" panose="020F0502020204030204" pitchFamily="34" charset="0"/>
                      </a:endParaRPr>
                    </a:p>
                    <a:p>
                      <a:pPr marL="0" marR="0" lvl="0" indent="0" algn="l" defTabSz="457166" rtl="0" eaLnBrk="1" fontAlgn="t" latinLnBrk="0" hangingPunct="1">
                        <a:lnSpc>
                          <a:spcPts val="1500"/>
                        </a:lnSpc>
                        <a:spcBef>
                          <a:spcPts val="0"/>
                        </a:spcBef>
                        <a:spcAft>
                          <a:spcPts val="0"/>
                        </a:spcAft>
                        <a:buClrTx/>
                        <a:buSzTx/>
                        <a:buFontTx/>
                        <a:buNone/>
                        <a:tabLst/>
                        <a:defRPr/>
                      </a:pPr>
                      <a:r>
                        <a:rPr lang="en-GB" sz="1200" dirty="0">
                          <a:latin typeface="+mn-lt"/>
                        </a:rPr>
                        <a:t>Hill, J. O., Wyatt, H. R., &amp; Peters, J. C. (2012). Energy balance and obesity. Circulation, 126(1), 126–132.</a:t>
                      </a:r>
                    </a:p>
                    <a:p>
                      <a:pPr fontAlgn="t">
                        <a:lnSpc>
                          <a:spcPts val="1500"/>
                        </a:lnSpc>
                        <a:buNone/>
                      </a:pPr>
                      <a:endParaRPr lang="en-GB" sz="1200" b="0" i="0" dirty="0">
                        <a:effectLst/>
                        <a:latin typeface="+mn-lt"/>
                        <a:ea typeface="Calibri" panose="020F0502020204030204" pitchFamily="34" charset="0"/>
                        <a:cs typeface="Calibri" panose="020F0502020204030204" pitchFamily="34" charset="0"/>
                      </a:endParaRPr>
                    </a:p>
                    <a:p>
                      <a:pPr fontAlgn="t">
                        <a:lnSpc>
                          <a:spcPts val="1500"/>
                        </a:lnSpc>
                        <a:buNone/>
                      </a:pPr>
                      <a:r>
                        <a:rPr lang="en-GB" sz="1200" b="0" i="0" dirty="0">
                          <a:effectLst/>
                          <a:latin typeface="+mn-lt"/>
                          <a:ea typeface="Calibri" panose="020F0502020204030204" pitchFamily="34" charset="0"/>
                          <a:cs typeface="Calibri" panose="020F0502020204030204" pitchFamily="34" charset="0"/>
                        </a:rPr>
                        <a:t>Nguyen, T., &amp; Lau, D. C. (2012). </a:t>
                      </a:r>
                      <a:r>
                        <a:rPr lang="en-GB" sz="1200" b="0" i="1" dirty="0">
                          <a:effectLst/>
                          <a:latin typeface="+mn-lt"/>
                          <a:ea typeface="Calibri" panose="020F0502020204030204" pitchFamily="34" charset="0"/>
                          <a:cs typeface="Calibri" panose="020F0502020204030204" pitchFamily="34" charset="0"/>
                        </a:rPr>
                        <a:t>The obesity epidemic and its impact on hypertension.</a:t>
                      </a:r>
                      <a:r>
                        <a:rPr lang="en-GB" sz="1200" b="0" i="0" dirty="0">
                          <a:effectLst/>
                          <a:latin typeface="+mn-lt"/>
                          <a:ea typeface="Calibri" panose="020F0502020204030204" pitchFamily="34" charset="0"/>
                          <a:cs typeface="Calibri" panose="020F0502020204030204" pitchFamily="34" charset="0"/>
                        </a:rPr>
                        <a:t> Canadian Journal of Cardiology, 28, 326–333. </a:t>
                      </a:r>
                    </a:p>
                    <a:p>
                      <a:pPr fontAlgn="t">
                        <a:lnSpc>
                          <a:spcPts val="1500"/>
                        </a:lnSpc>
                        <a:buNone/>
                      </a:pPr>
                      <a:endParaRPr lang="en-GB" sz="1400" b="0" i="0" dirty="0">
                        <a:effectLst/>
                        <a:latin typeface="+mn-lt"/>
                        <a:ea typeface="Calibri" panose="020F0502020204030204" pitchFamily="34" charset="0"/>
                        <a:cs typeface="Calibri" panose="020F0502020204030204" pitchFamily="34" charset="0"/>
                      </a:endParaRPr>
                    </a:p>
                  </a:txBody>
                  <a:tcPr marL="49696" marR="49696" marT="24848" marB="248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804295879"/>
                  </a:ext>
                </a:extLst>
              </a:tr>
              <a:tr h="184645">
                <a:tc>
                  <a:txBody>
                    <a:bodyPr/>
                    <a:lstStyle/>
                    <a:p>
                      <a:endParaRPr lang="en-GB" sz="1000" dirty="0"/>
                    </a:p>
                  </a:txBody>
                  <a:tcPr marL="49696" marR="49696" marT="24848" marB="24848">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4108589103"/>
                  </a:ext>
                </a:extLst>
              </a:tr>
            </a:tbl>
          </a:graphicData>
        </a:graphic>
      </p:graphicFrame>
    </p:spTree>
    <p:extLst>
      <p:ext uri="{BB962C8B-B14F-4D97-AF65-F5344CB8AC3E}">
        <p14:creationId xmlns:p14="http://schemas.microsoft.com/office/powerpoint/2010/main" val="4067266371"/>
      </p:ext>
    </p:extLst>
  </p:cSld>
  <p:clrMapOvr>
    <a:masterClrMapping/>
  </p:clrMapOvr>
  <p:transition spd="slow">
    <p:fade/>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6E99604-B34A-AB45-82E2-A2F6C5EC15CC}" vid="{C3811B3D-AE0C-294C-BC2C-607328485A31}"/>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5EE0DBAE-CB08-4540-BE70-FA26B0B8BF75}" vid="{E28E7518-2E4C-482B-8890-4CB0F3ADFF8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6B57A1F-FA26-41C4-BC68-7DEF72ECF0E9}">
  <we:reference id="WA104178141" version="4.3.3.0" store="Omex"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6569699-ae44-4c85-9383-dd5a41d3d47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C495DC29F69DA41B831D7985DDEFF7A" ma:contentTypeVersion="16" ma:contentTypeDescription="Create a new document." ma:contentTypeScope="" ma:versionID="dd1b5874f98e772f9b1ac5142f287ced">
  <xsd:schema xmlns:xsd="http://www.w3.org/2001/XMLSchema" xmlns:xs="http://www.w3.org/2001/XMLSchema" xmlns:p="http://schemas.microsoft.com/office/2006/metadata/properties" xmlns:ns3="da5da9df-85e1-4e4b-b319-af1e48434c21" xmlns:ns4="f6569699-ae44-4c85-9383-dd5a41d3d471" targetNamespace="http://schemas.microsoft.com/office/2006/metadata/properties" ma:root="true" ma:fieldsID="ed7eee6299abee499f8a2cb9b56f646d" ns3:_="" ns4:_="">
    <xsd:import namespace="da5da9df-85e1-4e4b-b319-af1e48434c21"/>
    <xsd:import namespace="f6569699-ae44-4c85-9383-dd5a41d3d47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AutoKeyPoints" minOccurs="0"/>
                <xsd:element ref="ns4:MediaServiceKeyPoints" minOccurs="0"/>
                <xsd:element ref="ns4:MediaLengthInSeconds" minOccurs="0"/>
                <xsd:element ref="ns4:MediaServiceGenerationTime" minOccurs="0"/>
                <xsd:element ref="ns4:MediaServiceEventHashCode"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5da9df-85e1-4e4b-b319-af1e48434c2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569699-ae44-4c85-9383-dd5a41d3d47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0E7C5A-1D10-4956-9B2A-CF34BCD31BDC}">
  <ds:schemaRefs>
    <ds:schemaRef ds:uri="http://schemas.microsoft.com/office/2006/metadata/properties"/>
    <ds:schemaRef ds:uri="http://www.w3.org/2000/xmlns/"/>
    <ds:schemaRef ds:uri="f6569699-ae44-4c85-9383-dd5a41d3d471"/>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100F85EE-6835-4A69-927E-5485695316D1}">
  <ds:schemaRefs>
    <ds:schemaRef ds:uri="http://schemas.microsoft.com/sharepoint/v3/contenttype/forms"/>
  </ds:schemaRefs>
</ds:datastoreItem>
</file>

<file path=customXml/itemProps3.xml><?xml version="1.0" encoding="utf-8"?>
<ds:datastoreItem xmlns:ds="http://schemas.openxmlformats.org/officeDocument/2006/customXml" ds:itemID="{0503A0C5-23DA-47D0-B3C8-6EA406910910}">
  <ds:schemaRefs>
    <ds:schemaRef ds:uri="http://schemas.microsoft.com/office/2006/metadata/contentType"/>
    <ds:schemaRef ds:uri="http://schemas.microsoft.com/office/2006/metadata/properties/metaAttributes"/>
    <ds:schemaRef ds:uri="http://www.w3.org/2000/xmlns/"/>
    <ds:schemaRef ds:uri="http://www.w3.org/2001/XMLSchema"/>
    <ds:schemaRef ds:uri="da5da9df-85e1-4e4b-b319-af1e48434c21"/>
    <ds:schemaRef ds:uri="f6569699-ae44-4c85-9383-dd5a41d3d47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PPT new template SUNSHINE YELLOW with UWE logo bottom STANDARD</Template>
  <TotalTime>1884</TotalTime>
  <Words>1733</Words>
  <Application>Microsoft Office PowerPoint</Application>
  <PresentationFormat>On-screen Show (16:9)</PresentationFormat>
  <Paragraphs>124</Paragraphs>
  <Slides>19</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Georgia</vt:lpstr>
      <vt:lpstr>BemboMTPro-Regular</vt:lpstr>
      <vt:lpstr>MS PGothic</vt:lpstr>
      <vt:lpstr>Courier New</vt:lpstr>
      <vt:lpstr>Calibri</vt:lpstr>
      <vt:lpstr>Tahoma</vt:lpstr>
      <vt:lpstr>Arial</vt:lpstr>
      <vt:lpstr>Custom Design</vt:lpstr>
      <vt:lpstr>1_Custom Design</vt:lpstr>
      <vt:lpstr>PowerPoint Presentation</vt:lpstr>
      <vt:lpstr>PowerPoint Presentation</vt:lpstr>
      <vt:lpstr>What is Obesity? </vt:lpstr>
      <vt:lpstr>WHO Definition of Overweight and Obesity</vt:lpstr>
      <vt:lpstr>Calculate BMI Height/Weight  BMI Calculator Link</vt:lpstr>
      <vt:lpstr>Obesity-Key Facts (WHO: Dec 2025)</vt:lpstr>
      <vt:lpstr>Causes of Obesity</vt:lpstr>
      <vt:lpstr>Obesity Co-morbidities Literature identified by Herring and Bloom, (2022)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Rob Grieve</cp:lastModifiedBy>
  <cp:revision>134</cp:revision>
  <cp:lastPrinted>2016-04-26T08:55:24Z</cp:lastPrinted>
  <dcterms:created xsi:type="dcterms:W3CDTF">2016-04-27T08:32:31Z</dcterms:created>
  <dcterms:modified xsi:type="dcterms:W3CDTF">2026-03-24T08:17:41Z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0x0101001C495DC29F69DA41B831D7985DDEFF7A</vt:lpwstr>
  </property>
</Properties>
</file>