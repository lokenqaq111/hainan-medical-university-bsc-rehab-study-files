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36"/>
  </p:notesMasterIdLst>
  <p:handoutMasterIdLst>
    <p:handoutMasterId r:id="rId37"/>
  </p:handoutMasterIdLst>
  <p:sldIdLst>
    <p:sldId id="289" r:id="rId5"/>
    <p:sldId id="2573" r:id="rId6"/>
    <p:sldId id="2575" r:id="rId7"/>
    <p:sldId id="2582" r:id="rId8"/>
    <p:sldId id="2590" r:id="rId9"/>
    <p:sldId id="669" r:id="rId10"/>
    <p:sldId id="268" r:id="rId11"/>
    <p:sldId id="2578" r:id="rId12"/>
    <p:sldId id="2592" r:id="rId13"/>
    <p:sldId id="2593" r:id="rId14"/>
    <p:sldId id="2579" r:id="rId15"/>
    <p:sldId id="258" r:id="rId16"/>
    <p:sldId id="2606" r:id="rId17"/>
    <p:sldId id="260" r:id="rId18"/>
    <p:sldId id="285" r:id="rId19"/>
    <p:sldId id="263" r:id="rId20"/>
    <p:sldId id="264" r:id="rId21"/>
    <p:sldId id="266" r:id="rId22"/>
    <p:sldId id="286" r:id="rId23"/>
    <p:sldId id="269" r:id="rId24"/>
    <p:sldId id="288" r:id="rId25"/>
    <p:sldId id="270" r:id="rId26"/>
    <p:sldId id="271" r:id="rId27"/>
    <p:sldId id="272" r:id="rId28"/>
    <p:sldId id="2607" r:id="rId29"/>
    <p:sldId id="273" r:id="rId30"/>
    <p:sldId id="277" r:id="rId31"/>
    <p:sldId id="261" r:id="rId32"/>
    <p:sldId id="2605" r:id="rId33"/>
    <p:sldId id="670" r:id="rId34"/>
    <p:sldId id="2604" r:id="rId35"/>
  </p:sldIdLst>
  <p:sldSz cx="9144000" cy="6858000" type="screen4x3"/>
  <p:notesSz cx="6669088" cy="9926638"/>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56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28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00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72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6861B9-3DF9-4FA2-BD18-9AE7D050E959}" v="25" dt="2026-03-19T18:12:31.1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1180" y="52"/>
      </p:cViewPr>
      <p:guideLst>
        <p:guide orient="horz" pos="2160"/>
        <p:guide pos="2880"/>
      </p:guideLst>
    </p:cSldViewPr>
  </p:slideViewPr>
  <p:notesTextViewPr>
    <p:cViewPr>
      <p:scale>
        <a:sx n="1" d="1"/>
        <a:sy n="1" d="1"/>
      </p:scale>
      <p:origin x="0" y="0"/>
    </p:cViewPr>
  </p:notesTextViewPr>
  <p:sorterViewPr>
    <p:cViewPr>
      <p:scale>
        <a:sx n="113" d="100"/>
        <a:sy n="113" d="100"/>
      </p:scale>
      <p:origin x="0" y="-211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 Grieve" userId="S::rob.grieve@uwe.ac.uk::b0f7fee3-167f-4f47-b69c-0e83d001e27f" providerId="AD" clId="Web-{900B084C-BE1B-AB41-D308-C5D0F16E20A2}"/>
    <pc:docChg chg="modSld">
      <pc:chgData name="Rob Grieve" userId="S::rob.grieve@uwe.ac.uk::b0f7fee3-167f-4f47-b69c-0e83d001e27f" providerId="AD" clId="Web-{900B084C-BE1B-AB41-D308-C5D0F16E20A2}" dt="2026-03-17T08:15:42.558" v="55" actId="1076"/>
      <pc:docMkLst>
        <pc:docMk/>
      </pc:docMkLst>
      <pc:sldChg chg="addSp delSp modSp mod modClrScheme chgLayout">
        <pc:chgData name="Rob Grieve" userId="S::rob.grieve@uwe.ac.uk::b0f7fee3-167f-4f47-b69c-0e83d001e27f" providerId="AD" clId="Web-{900B084C-BE1B-AB41-D308-C5D0F16E20A2}" dt="2026-03-17T08:09:40.454" v="47" actId="14100"/>
        <pc:sldMkLst>
          <pc:docMk/>
          <pc:sldMk cId="309556327" sldId="2588"/>
        </pc:sldMkLst>
        <pc:spChg chg="mod">
          <ac:chgData name="Rob Grieve" userId="S::rob.grieve@uwe.ac.uk::b0f7fee3-167f-4f47-b69c-0e83d001e27f" providerId="AD" clId="Web-{900B084C-BE1B-AB41-D308-C5D0F16E20A2}" dt="2026-03-17T08:09:31.531" v="42" actId="14100"/>
          <ac:spMkLst>
            <pc:docMk/>
            <pc:sldMk cId="309556327" sldId="2588"/>
            <ac:spMk id="2" creationId="{E7FF1E26-D143-90D3-E3AB-E569E01964E8}"/>
          </ac:spMkLst>
        </pc:spChg>
      </pc:sldChg>
      <pc:sldChg chg="modSp">
        <pc:chgData name="Rob Grieve" userId="S::rob.grieve@uwe.ac.uk::b0f7fee3-167f-4f47-b69c-0e83d001e27f" providerId="AD" clId="Web-{900B084C-BE1B-AB41-D308-C5D0F16E20A2}" dt="2026-03-17T08:14:44.979" v="50" actId="1076"/>
        <pc:sldMkLst>
          <pc:docMk/>
          <pc:sldMk cId="3282663309" sldId="2597"/>
        </pc:sldMkLst>
        <pc:spChg chg="mod">
          <ac:chgData name="Rob Grieve" userId="S::rob.grieve@uwe.ac.uk::b0f7fee3-167f-4f47-b69c-0e83d001e27f" providerId="AD" clId="Web-{900B084C-BE1B-AB41-D308-C5D0F16E20A2}" dt="2026-03-17T08:14:44.979" v="50" actId="1076"/>
          <ac:spMkLst>
            <pc:docMk/>
            <pc:sldMk cId="3282663309" sldId="2597"/>
            <ac:spMk id="3" creationId="{0F71E8A5-BE93-7358-3FCE-7A32877A46FD}"/>
          </ac:spMkLst>
        </pc:spChg>
      </pc:sldChg>
      <pc:sldChg chg="modSp">
        <pc:chgData name="Rob Grieve" userId="S::rob.grieve@uwe.ac.uk::b0f7fee3-167f-4f47-b69c-0e83d001e27f" providerId="AD" clId="Web-{900B084C-BE1B-AB41-D308-C5D0F16E20A2}" dt="2026-03-17T08:15:42.558" v="55" actId="1076"/>
        <pc:sldMkLst>
          <pc:docMk/>
          <pc:sldMk cId="2249774937" sldId="2602"/>
        </pc:sldMkLst>
        <pc:spChg chg="mod">
          <ac:chgData name="Rob Grieve" userId="S::rob.grieve@uwe.ac.uk::b0f7fee3-167f-4f47-b69c-0e83d001e27f" providerId="AD" clId="Web-{900B084C-BE1B-AB41-D308-C5D0F16E20A2}" dt="2026-03-17T08:15:38.292" v="54" actId="1076"/>
          <ac:spMkLst>
            <pc:docMk/>
            <pc:sldMk cId="2249774937" sldId="2602"/>
            <ac:spMk id="2" creationId="{EC5D7416-D2B4-0790-7745-7805F956F8D4}"/>
          </ac:spMkLst>
        </pc:spChg>
        <pc:spChg chg="mod">
          <ac:chgData name="Rob Grieve" userId="S::rob.grieve@uwe.ac.uk::b0f7fee3-167f-4f47-b69c-0e83d001e27f" providerId="AD" clId="Web-{900B084C-BE1B-AB41-D308-C5D0F16E20A2}" dt="2026-03-17T08:15:42.558" v="55" actId="1076"/>
          <ac:spMkLst>
            <pc:docMk/>
            <pc:sldMk cId="2249774937" sldId="2602"/>
            <ac:spMk id="3" creationId="{D07A1995-2103-6B9B-135B-F03D7A423340}"/>
          </ac:spMkLst>
        </pc:spChg>
      </pc:sldChg>
    </pc:docChg>
  </pc:docChgLst>
  <pc:docChgLst>
    <pc:chgData name="Rob Grieve" userId="b0f7fee3-167f-4f47-b69c-0e83d001e27f" providerId="ADAL" clId="{4D0B5073-DD86-4F67-84E5-806929CDE867}"/>
    <pc:docChg chg="undo redo custSel addSld modSld">
      <pc:chgData name="Rob Grieve" userId="b0f7fee3-167f-4f47-b69c-0e83d001e27f" providerId="ADAL" clId="{4D0B5073-DD86-4F67-84E5-806929CDE867}" dt="2026-03-19T18:12:44.426" v="576" actId="1076"/>
      <pc:docMkLst>
        <pc:docMk/>
      </pc:docMkLst>
      <pc:sldChg chg="addSp delSp modSp mod">
        <pc:chgData name="Rob Grieve" userId="b0f7fee3-167f-4f47-b69c-0e83d001e27f" providerId="ADAL" clId="{4D0B5073-DD86-4F67-84E5-806929CDE867}" dt="2026-03-19T11:32:53.679" v="537" actId="1076"/>
        <pc:sldMkLst>
          <pc:docMk/>
          <pc:sldMk cId="2192653962" sldId="289"/>
        </pc:sldMkLst>
        <pc:spChg chg="add mod">
          <ac:chgData name="Rob Grieve" userId="b0f7fee3-167f-4f47-b69c-0e83d001e27f" providerId="ADAL" clId="{4D0B5073-DD86-4F67-84E5-806929CDE867}" dt="2026-03-19T11:32:53.679" v="537" actId="1076"/>
          <ac:spMkLst>
            <pc:docMk/>
            <pc:sldMk cId="2192653962" sldId="289"/>
            <ac:spMk id="5" creationId="{7A5F5806-33AE-8F2F-89FB-4AB42F12A0FD}"/>
          </ac:spMkLst>
        </pc:spChg>
        <pc:spChg chg="mod">
          <ac:chgData name="Rob Grieve" userId="b0f7fee3-167f-4f47-b69c-0e83d001e27f" providerId="ADAL" clId="{4D0B5073-DD86-4F67-84E5-806929CDE867}" dt="2026-03-19T11:32:42.496" v="533" actId="14100"/>
          <ac:spMkLst>
            <pc:docMk/>
            <pc:sldMk cId="2192653962" sldId="289"/>
            <ac:spMk id="13313" creationId="{00000000-0000-0000-0000-000000000000}"/>
          </ac:spMkLst>
        </pc:spChg>
        <pc:picChg chg="add del mod">
          <ac:chgData name="Rob Grieve" userId="b0f7fee3-167f-4f47-b69c-0e83d001e27f" providerId="ADAL" clId="{4D0B5073-DD86-4F67-84E5-806929CDE867}" dt="2026-03-19T11:32:30.793" v="530" actId="22"/>
          <ac:picMkLst>
            <pc:docMk/>
            <pc:sldMk cId="2192653962" sldId="289"/>
            <ac:picMk id="3" creationId="{C7D10EEB-F447-1D9F-E77A-C01A6408C30C}"/>
          </ac:picMkLst>
        </pc:picChg>
      </pc:sldChg>
      <pc:sldChg chg="modSp mod">
        <pc:chgData name="Rob Grieve" userId="b0f7fee3-167f-4f47-b69c-0e83d001e27f" providerId="ADAL" clId="{4D0B5073-DD86-4F67-84E5-806929CDE867}" dt="2026-03-17T07:55:26.821" v="7" actId="14100"/>
        <pc:sldMkLst>
          <pc:docMk/>
          <pc:sldMk cId="2587951417" sldId="2573"/>
        </pc:sldMkLst>
        <pc:spChg chg="mod">
          <ac:chgData name="Rob Grieve" userId="b0f7fee3-167f-4f47-b69c-0e83d001e27f" providerId="ADAL" clId="{4D0B5073-DD86-4F67-84E5-806929CDE867}" dt="2026-03-17T07:55:07.766" v="1" actId="1076"/>
          <ac:spMkLst>
            <pc:docMk/>
            <pc:sldMk cId="2587951417" sldId="2573"/>
            <ac:spMk id="4" creationId="{EDA80673-2D74-DF13-3655-BCDD9D542F0B}"/>
          </ac:spMkLst>
        </pc:spChg>
        <pc:spChg chg="mod">
          <ac:chgData name="Rob Grieve" userId="b0f7fee3-167f-4f47-b69c-0e83d001e27f" providerId="ADAL" clId="{4D0B5073-DD86-4F67-84E5-806929CDE867}" dt="2026-03-17T07:55:26.821" v="7" actId="14100"/>
          <ac:spMkLst>
            <pc:docMk/>
            <pc:sldMk cId="2587951417" sldId="2573"/>
            <ac:spMk id="5" creationId="{88E9B27D-9BFE-8051-C041-FD2FAEBCD028}"/>
          </ac:spMkLst>
        </pc:spChg>
      </pc:sldChg>
      <pc:sldChg chg="modSp mod">
        <pc:chgData name="Rob Grieve" userId="b0f7fee3-167f-4f47-b69c-0e83d001e27f" providerId="ADAL" clId="{4D0B5073-DD86-4F67-84E5-806929CDE867}" dt="2026-03-17T09:21:57.114" v="16" actId="27636"/>
        <pc:sldMkLst>
          <pc:docMk/>
          <pc:sldMk cId="2639652785" sldId="2579"/>
        </pc:sldMkLst>
        <pc:spChg chg="mod">
          <ac:chgData name="Rob Grieve" userId="b0f7fee3-167f-4f47-b69c-0e83d001e27f" providerId="ADAL" clId="{4D0B5073-DD86-4F67-84E5-806929CDE867}" dt="2026-03-17T09:21:57.114" v="16" actId="27636"/>
          <ac:spMkLst>
            <pc:docMk/>
            <pc:sldMk cId="2639652785" sldId="2579"/>
            <ac:spMk id="3" creationId="{2615BD74-63F6-4B61-A141-CF8472C5C111}"/>
          </ac:spMkLst>
        </pc:spChg>
      </pc:sldChg>
      <pc:sldChg chg="modSp mod">
        <pc:chgData name="Rob Grieve" userId="b0f7fee3-167f-4f47-b69c-0e83d001e27f" providerId="ADAL" clId="{4D0B5073-DD86-4F67-84E5-806929CDE867}" dt="2026-03-17T09:21:57.131" v="17" actId="27636"/>
        <pc:sldMkLst>
          <pc:docMk/>
          <pc:sldMk cId="3073740700" sldId="2580"/>
        </pc:sldMkLst>
        <pc:spChg chg="mod">
          <ac:chgData name="Rob Grieve" userId="b0f7fee3-167f-4f47-b69c-0e83d001e27f" providerId="ADAL" clId="{4D0B5073-DD86-4F67-84E5-806929CDE867}" dt="2026-03-17T09:21:57.131" v="17" actId="27636"/>
          <ac:spMkLst>
            <pc:docMk/>
            <pc:sldMk cId="3073740700" sldId="2580"/>
            <ac:spMk id="3" creationId="{00000000-0000-0000-0000-000000000000}"/>
          </ac:spMkLst>
        </pc:spChg>
      </pc:sldChg>
      <pc:sldChg chg="modSp mod">
        <pc:chgData name="Rob Grieve" userId="b0f7fee3-167f-4f47-b69c-0e83d001e27f" providerId="ADAL" clId="{4D0B5073-DD86-4F67-84E5-806929CDE867}" dt="2026-03-17T09:21:57.150" v="18" actId="27636"/>
        <pc:sldMkLst>
          <pc:docMk/>
          <pc:sldMk cId="2776189998" sldId="2581"/>
        </pc:sldMkLst>
        <pc:spChg chg="mod">
          <ac:chgData name="Rob Grieve" userId="b0f7fee3-167f-4f47-b69c-0e83d001e27f" providerId="ADAL" clId="{4D0B5073-DD86-4F67-84E5-806929CDE867}" dt="2026-03-17T09:21:57.150" v="18" actId="27636"/>
          <ac:spMkLst>
            <pc:docMk/>
            <pc:sldMk cId="2776189998" sldId="2581"/>
            <ac:spMk id="3" creationId="{00000000-0000-0000-0000-000000000000}"/>
          </ac:spMkLst>
        </pc:spChg>
      </pc:sldChg>
      <pc:sldChg chg="modSp mod">
        <pc:chgData name="Rob Grieve" userId="b0f7fee3-167f-4f47-b69c-0e83d001e27f" providerId="ADAL" clId="{4D0B5073-DD86-4F67-84E5-806929CDE867}" dt="2026-03-19T11:33:22.136" v="538" actId="1076"/>
        <pc:sldMkLst>
          <pc:docMk/>
          <pc:sldMk cId="4165660549" sldId="2582"/>
        </pc:sldMkLst>
        <pc:spChg chg="mod">
          <ac:chgData name="Rob Grieve" userId="b0f7fee3-167f-4f47-b69c-0e83d001e27f" providerId="ADAL" clId="{4D0B5073-DD86-4F67-84E5-806929CDE867}" dt="2026-03-19T11:33:22.136" v="538" actId="1076"/>
          <ac:spMkLst>
            <pc:docMk/>
            <pc:sldMk cId="4165660549" sldId="2582"/>
            <ac:spMk id="2" creationId="{C9FE86B8-F650-D7C5-5DC1-154B73FD6E62}"/>
          </ac:spMkLst>
        </pc:spChg>
      </pc:sldChg>
      <pc:sldChg chg="modSp mod">
        <pc:chgData name="Rob Grieve" userId="b0f7fee3-167f-4f47-b69c-0e83d001e27f" providerId="ADAL" clId="{4D0B5073-DD86-4F67-84E5-806929CDE867}" dt="2026-03-17T09:21:57.181" v="19" actId="27636"/>
        <pc:sldMkLst>
          <pc:docMk/>
          <pc:sldMk cId="1162466873" sldId="2587"/>
        </pc:sldMkLst>
        <pc:spChg chg="mod">
          <ac:chgData name="Rob Grieve" userId="b0f7fee3-167f-4f47-b69c-0e83d001e27f" providerId="ADAL" clId="{4D0B5073-DD86-4F67-84E5-806929CDE867}" dt="2026-03-17T09:21:57.181" v="19" actId="27636"/>
          <ac:spMkLst>
            <pc:docMk/>
            <pc:sldMk cId="1162466873" sldId="2587"/>
            <ac:spMk id="3" creationId="{79B12076-D8E6-A3AB-7AB9-65260CA476CC}"/>
          </ac:spMkLst>
        </pc:spChg>
      </pc:sldChg>
      <pc:sldChg chg="addSp delSp modSp mod">
        <pc:chgData name="Rob Grieve" userId="b0f7fee3-167f-4f47-b69c-0e83d001e27f" providerId="ADAL" clId="{4D0B5073-DD86-4F67-84E5-806929CDE867}" dt="2026-03-19T18:12:44.426" v="576" actId="1076"/>
        <pc:sldMkLst>
          <pc:docMk/>
          <pc:sldMk cId="309556327" sldId="2588"/>
        </pc:sldMkLst>
        <pc:spChg chg="mod">
          <ac:chgData name="Rob Grieve" userId="b0f7fee3-167f-4f47-b69c-0e83d001e27f" providerId="ADAL" clId="{4D0B5073-DD86-4F67-84E5-806929CDE867}" dt="2026-03-19T18:12:44.426" v="576" actId="1076"/>
          <ac:spMkLst>
            <pc:docMk/>
            <pc:sldMk cId="309556327" sldId="2588"/>
            <ac:spMk id="2" creationId="{E7FF1E26-D143-90D3-E3AB-E569E01964E8}"/>
          </ac:spMkLst>
        </pc:spChg>
        <pc:graphicFrameChg chg="add mod">
          <ac:chgData name="Rob Grieve" userId="b0f7fee3-167f-4f47-b69c-0e83d001e27f" providerId="ADAL" clId="{4D0B5073-DD86-4F67-84E5-806929CDE867}" dt="2026-03-19T18:10:35.310" v="543"/>
          <ac:graphicFrameMkLst>
            <pc:docMk/>
            <pc:sldMk cId="309556327" sldId="2588"/>
            <ac:graphicFrameMk id="3" creationId="{D95F47F6-DC95-FB87-2040-07DA6722FAD2}"/>
          </ac:graphicFrameMkLst>
        </pc:graphicFrameChg>
        <pc:graphicFrameChg chg="add mod">
          <ac:chgData name="Rob Grieve" userId="b0f7fee3-167f-4f47-b69c-0e83d001e27f" providerId="ADAL" clId="{4D0B5073-DD86-4F67-84E5-806929CDE867}" dt="2026-03-19T18:12:32.808" v="573" actId="1076"/>
          <ac:graphicFrameMkLst>
            <pc:docMk/>
            <pc:sldMk cId="309556327" sldId="2588"/>
            <ac:graphicFrameMk id="4" creationId="{0B18B232-70E9-78CD-5C02-7F0D205713B0}"/>
          </ac:graphicFrameMkLst>
        </pc:graphicFrameChg>
        <pc:picChg chg="add del">
          <ac:chgData name="Rob Grieve" userId="b0f7fee3-167f-4f47-b69c-0e83d001e27f" providerId="ADAL" clId="{4D0B5073-DD86-4F67-84E5-806929CDE867}" dt="2026-03-19T18:12:23.774" v="567" actId="478"/>
          <ac:picMkLst>
            <pc:docMk/>
            <pc:sldMk cId="309556327" sldId="2588"/>
            <ac:picMk id="5" creationId="{4711707B-844C-FAA3-1EBF-DA28EE89A745}"/>
          </ac:picMkLst>
        </pc:picChg>
      </pc:sldChg>
      <pc:sldChg chg="modSp mod">
        <pc:chgData name="Rob Grieve" userId="b0f7fee3-167f-4f47-b69c-0e83d001e27f" providerId="ADAL" clId="{4D0B5073-DD86-4F67-84E5-806929CDE867}" dt="2026-03-17T09:14:58.148" v="12" actId="1076"/>
        <pc:sldMkLst>
          <pc:docMk/>
          <pc:sldMk cId="2926674706" sldId="2590"/>
        </pc:sldMkLst>
        <pc:spChg chg="mod">
          <ac:chgData name="Rob Grieve" userId="b0f7fee3-167f-4f47-b69c-0e83d001e27f" providerId="ADAL" clId="{4D0B5073-DD86-4F67-84E5-806929CDE867}" dt="2026-03-17T09:14:57.017" v="11" actId="1076"/>
          <ac:spMkLst>
            <pc:docMk/>
            <pc:sldMk cId="2926674706" sldId="2590"/>
            <ac:spMk id="2" creationId="{CF7D4452-1CAF-A64C-FCEF-0AB94DF390F0}"/>
          </ac:spMkLst>
        </pc:spChg>
        <pc:picChg chg="mod">
          <ac:chgData name="Rob Grieve" userId="b0f7fee3-167f-4f47-b69c-0e83d001e27f" providerId="ADAL" clId="{4D0B5073-DD86-4F67-84E5-806929CDE867}" dt="2026-03-17T09:14:58.148" v="12" actId="1076"/>
          <ac:picMkLst>
            <pc:docMk/>
            <pc:sldMk cId="2926674706" sldId="2590"/>
            <ac:picMk id="12" creationId="{B49691BC-B6DE-5BE9-00EC-6BB24B956F3D}"/>
          </ac:picMkLst>
        </pc:picChg>
      </pc:sldChg>
      <pc:sldChg chg="modSp mod">
        <pc:chgData name="Rob Grieve" userId="b0f7fee3-167f-4f47-b69c-0e83d001e27f" providerId="ADAL" clId="{4D0B5073-DD86-4F67-84E5-806929CDE867}" dt="2026-03-17T07:56:19.282" v="9" actId="1076"/>
        <pc:sldMkLst>
          <pc:docMk/>
          <pc:sldMk cId="4024312758" sldId="2594"/>
        </pc:sldMkLst>
        <pc:spChg chg="mod">
          <ac:chgData name="Rob Grieve" userId="b0f7fee3-167f-4f47-b69c-0e83d001e27f" providerId="ADAL" clId="{4D0B5073-DD86-4F67-84E5-806929CDE867}" dt="2026-03-17T07:56:16.257" v="8" actId="1076"/>
          <ac:spMkLst>
            <pc:docMk/>
            <pc:sldMk cId="4024312758" sldId="2594"/>
            <ac:spMk id="2" creationId="{37EB3F60-4D08-724F-F953-ABE13398CCB5}"/>
          </ac:spMkLst>
        </pc:spChg>
        <pc:spChg chg="mod">
          <ac:chgData name="Rob Grieve" userId="b0f7fee3-167f-4f47-b69c-0e83d001e27f" providerId="ADAL" clId="{4D0B5073-DD86-4F67-84E5-806929CDE867}" dt="2026-03-17T07:56:19.282" v="9" actId="1076"/>
          <ac:spMkLst>
            <pc:docMk/>
            <pc:sldMk cId="4024312758" sldId="2594"/>
            <ac:spMk id="3" creationId="{EEFE549C-1C08-4C86-0522-3BD547FD8522}"/>
          </ac:spMkLst>
        </pc:spChg>
      </pc:sldChg>
      <pc:sldChg chg="modSp mod">
        <pc:chgData name="Rob Grieve" userId="b0f7fee3-167f-4f47-b69c-0e83d001e27f" providerId="ADAL" clId="{4D0B5073-DD86-4F67-84E5-806929CDE867}" dt="2026-03-17T09:40:10.506" v="514" actId="14100"/>
        <pc:sldMkLst>
          <pc:docMk/>
          <pc:sldMk cId="2409250600" sldId="2598"/>
        </pc:sldMkLst>
        <pc:picChg chg="mod">
          <ac:chgData name="Rob Grieve" userId="b0f7fee3-167f-4f47-b69c-0e83d001e27f" providerId="ADAL" clId="{4D0B5073-DD86-4F67-84E5-806929CDE867}" dt="2026-03-17T09:40:10.506" v="514" actId="14100"/>
          <ac:picMkLst>
            <pc:docMk/>
            <pc:sldMk cId="2409250600" sldId="2598"/>
            <ac:picMk id="4" creationId="{2BDD2D39-97DA-A018-8758-D6DE255865EB}"/>
          </ac:picMkLst>
        </pc:picChg>
      </pc:sldChg>
      <pc:sldChg chg="modSp mod">
        <pc:chgData name="Rob Grieve" userId="b0f7fee3-167f-4f47-b69c-0e83d001e27f" providerId="ADAL" clId="{4D0B5073-DD86-4F67-84E5-806929CDE867}" dt="2026-03-17T09:21:57.213" v="20" actId="27636"/>
        <pc:sldMkLst>
          <pc:docMk/>
          <pc:sldMk cId="3794955797" sldId="2601"/>
        </pc:sldMkLst>
        <pc:spChg chg="mod">
          <ac:chgData name="Rob Grieve" userId="b0f7fee3-167f-4f47-b69c-0e83d001e27f" providerId="ADAL" clId="{4D0B5073-DD86-4F67-84E5-806929CDE867}" dt="2026-03-17T09:21:57.213" v="20" actId="27636"/>
          <ac:spMkLst>
            <pc:docMk/>
            <pc:sldMk cId="3794955797" sldId="2601"/>
            <ac:spMk id="3" creationId="{853B291C-51EA-2802-4B57-50B6CE924E14}"/>
          </ac:spMkLst>
        </pc:spChg>
      </pc:sldChg>
      <pc:sldChg chg="modSp new mod">
        <pc:chgData name="Rob Grieve" userId="b0f7fee3-167f-4f47-b69c-0e83d001e27f" providerId="ADAL" clId="{4D0B5073-DD86-4F67-84E5-806929CDE867}" dt="2026-03-17T09:38:45.306" v="512" actId="113"/>
        <pc:sldMkLst>
          <pc:docMk/>
          <pc:sldMk cId="1119682913" sldId="2603"/>
        </pc:sldMkLst>
        <pc:spChg chg="mod">
          <ac:chgData name="Rob Grieve" userId="b0f7fee3-167f-4f47-b69c-0e83d001e27f" providerId="ADAL" clId="{4D0B5073-DD86-4F67-84E5-806929CDE867}" dt="2026-03-17T09:35:29.416" v="311" actId="1076"/>
          <ac:spMkLst>
            <pc:docMk/>
            <pc:sldMk cId="1119682913" sldId="2603"/>
            <ac:spMk id="2" creationId="{D62C4325-307F-0A96-9989-711A2F080E7D}"/>
          </ac:spMkLst>
        </pc:spChg>
        <pc:spChg chg="mod">
          <ac:chgData name="Rob Grieve" userId="b0f7fee3-167f-4f47-b69c-0e83d001e27f" providerId="ADAL" clId="{4D0B5073-DD86-4F67-84E5-806929CDE867}" dt="2026-03-17T09:38:45.306" v="512" actId="113"/>
          <ac:spMkLst>
            <pc:docMk/>
            <pc:sldMk cId="1119682913" sldId="2603"/>
            <ac:spMk id="3" creationId="{7C9E4C89-9A9B-FFC3-6F5A-99AC651EA574}"/>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C54C51-7EF5-4FC8-A700-AB58F82053F2}" type="doc">
      <dgm:prSet loTypeId="urn:microsoft.com/office/officeart/2005/8/layout/radial1" loCatId="cycle" qsTypeId="urn:microsoft.com/office/officeart/2005/8/quickstyle/simple2" qsCatId="simple" csTypeId="urn:microsoft.com/office/officeart/2005/8/colors/accent3_2" csCatId="accent3" phldr="1"/>
      <dgm:spPr/>
      <dgm:t>
        <a:bodyPr/>
        <a:lstStyle/>
        <a:p>
          <a:endParaRPr lang="en-GB"/>
        </a:p>
      </dgm:t>
    </dgm:pt>
    <dgm:pt modelId="{39127D96-19F8-48D5-84F4-79FCA2C58FC1}">
      <dgm:prSet phldrT="[Text]" custT="1"/>
      <dgm:spPr/>
      <dgm:t>
        <a:bodyPr/>
        <a:lstStyle/>
        <a:p>
          <a:r>
            <a:rPr lang="en-GB" sz="1400" b="1">
              <a:solidFill>
                <a:schemeClr val="tx1"/>
              </a:solidFill>
            </a:rPr>
            <a:t>EXERCISE</a:t>
          </a:r>
        </a:p>
      </dgm:t>
    </dgm:pt>
    <dgm:pt modelId="{74345393-E1F3-4E9F-AA8B-2C86E1A0B16A}" type="parTrans" cxnId="{3D84065E-C31E-4381-8813-560531808CCA}">
      <dgm:prSet/>
      <dgm:spPr/>
      <dgm:t>
        <a:bodyPr/>
        <a:lstStyle/>
        <a:p>
          <a:endParaRPr lang="en-GB" sz="1400" b="1">
            <a:solidFill>
              <a:schemeClr val="tx1"/>
            </a:solidFill>
          </a:endParaRPr>
        </a:p>
      </dgm:t>
    </dgm:pt>
    <dgm:pt modelId="{2B78ED89-D8B0-4A75-B765-F603D44827D8}" type="sibTrans" cxnId="{3D84065E-C31E-4381-8813-560531808CCA}">
      <dgm:prSet/>
      <dgm:spPr/>
      <dgm:t>
        <a:bodyPr/>
        <a:lstStyle/>
        <a:p>
          <a:endParaRPr lang="en-GB" sz="1400" b="1">
            <a:solidFill>
              <a:schemeClr val="tx1"/>
            </a:solidFill>
          </a:endParaRPr>
        </a:p>
      </dgm:t>
    </dgm:pt>
    <dgm:pt modelId="{D9A5E196-E43A-4950-B01F-5BBA977B6E4D}">
      <dgm:prSet phldrT="[Text]" custT="1"/>
      <dgm:spPr/>
      <dgm:t>
        <a:bodyPr/>
        <a:lstStyle/>
        <a:p>
          <a:r>
            <a:rPr lang="en-GB" sz="1400" b="1">
              <a:solidFill>
                <a:schemeClr val="tx1"/>
              </a:solidFill>
            </a:rPr>
            <a:t>Reduce pain</a:t>
          </a:r>
        </a:p>
      </dgm:t>
    </dgm:pt>
    <dgm:pt modelId="{FC1F5032-4147-4903-A53B-973EC63E10CA}" type="parTrans" cxnId="{E5E932AD-AF04-42F9-8A36-7DC42E9B0F13}">
      <dgm:prSet custT="1"/>
      <dgm:spPr/>
      <dgm:t>
        <a:bodyPr/>
        <a:lstStyle/>
        <a:p>
          <a:endParaRPr lang="en-GB" sz="1400" b="1">
            <a:solidFill>
              <a:schemeClr val="tx1"/>
            </a:solidFill>
          </a:endParaRPr>
        </a:p>
      </dgm:t>
    </dgm:pt>
    <dgm:pt modelId="{9BF63A52-9E9C-42A9-8340-F539395FDA70}" type="sibTrans" cxnId="{E5E932AD-AF04-42F9-8A36-7DC42E9B0F13}">
      <dgm:prSet/>
      <dgm:spPr/>
      <dgm:t>
        <a:bodyPr/>
        <a:lstStyle/>
        <a:p>
          <a:endParaRPr lang="en-GB" sz="1400" b="1">
            <a:solidFill>
              <a:schemeClr val="tx1"/>
            </a:solidFill>
          </a:endParaRPr>
        </a:p>
      </dgm:t>
    </dgm:pt>
    <dgm:pt modelId="{D889B771-3BBE-4D39-9D8C-55AE7631D031}">
      <dgm:prSet phldrT="[Text]" custT="1"/>
      <dgm:spPr/>
      <dgm:t>
        <a:bodyPr/>
        <a:lstStyle/>
        <a:p>
          <a:r>
            <a:rPr lang="en-GB" sz="1400" b="1">
              <a:solidFill>
                <a:schemeClr val="tx1"/>
              </a:solidFill>
            </a:rPr>
            <a:t>Improve physical function</a:t>
          </a:r>
        </a:p>
      </dgm:t>
    </dgm:pt>
    <dgm:pt modelId="{22390B6B-512B-4EBF-BC1A-83BCE70B06EF}" type="parTrans" cxnId="{C25237AF-07E1-48A2-B6B9-25BBA6F49C6F}">
      <dgm:prSet custT="1"/>
      <dgm:spPr/>
      <dgm:t>
        <a:bodyPr/>
        <a:lstStyle/>
        <a:p>
          <a:endParaRPr lang="en-GB" sz="1400" b="1">
            <a:solidFill>
              <a:schemeClr val="tx1"/>
            </a:solidFill>
          </a:endParaRPr>
        </a:p>
      </dgm:t>
    </dgm:pt>
    <dgm:pt modelId="{74A59398-CF54-4215-9A6E-E42E515D4CC9}" type="sibTrans" cxnId="{C25237AF-07E1-48A2-B6B9-25BBA6F49C6F}">
      <dgm:prSet/>
      <dgm:spPr/>
      <dgm:t>
        <a:bodyPr/>
        <a:lstStyle/>
        <a:p>
          <a:endParaRPr lang="en-GB" sz="1400" b="1">
            <a:solidFill>
              <a:schemeClr val="tx1"/>
            </a:solidFill>
          </a:endParaRPr>
        </a:p>
      </dgm:t>
    </dgm:pt>
    <dgm:pt modelId="{0D1B2A04-CF67-41AA-B89A-8606BB23AD48}">
      <dgm:prSet phldrT="[Text]" custT="1"/>
      <dgm:spPr/>
      <dgm:t>
        <a:bodyPr/>
        <a:lstStyle/>
        <a:p>
          <a:r>
            <a:rPr lang="en-GB" sz="1400" b="1">
              <a:solidFill>
                <a:schemeClr val="tx1"/>
              </a:solidFill>
            </a:rPr>
            <a:t>Improve social function</a:t>
          </a:r>
        </a:p>
      </dgm:t>
    </dgm:pt>
    <dgm:pt modelId="{0271FED4-F438-48BA-B962-124D7C51E4C8}" type="parTrans" cxnId="{F39A651D-9384-41CA-83F3-0A4FB4BF5CB4}">
      <dgm:prSet custT="1"/>
      <dgm:spPr/>
      <dgm:t>
        <a:bodyPr/>
        <a:lstStyle/>
        <a:p>
          <a:endParaRPr lang="en-GB" sz="1400" b="1">
            <a:solidFill>
              <a:schemeClr val="tx1"/>
            </a:solidFill>
          </a:endParaRPr>
        </a:p>
      </dgm:t>
    </dgm:pt>
    <dgm:pt modelId="{C756680C-DB67-4C72-9D5D-8354A851776A}" type="sibTrans" cxnId="{F39A651D-9384-41CA-83F3-0A4FB4BF5CB4}">
      <dgm:prSet/>
      <dgm:spPr/>
      <dgm:t>
        <a:bodyPr/>
        <a:lstStyle/>
        <a:p>
          <a:endParaRPr lang="en-GB" sz="1400" b="1">
            <a:solidFill>
              <a:schemeClr val="tx1"/>
            </a:solidFill>
          </a:endParaRPr>
        </a:p>
      </dgm:t>
    </dgm:pt>
    <dgm:pt modelId="{29C74AF0-4415-4BB8-A1DB-3F7F24E843E5}">
      <dgm:prSet phldrT="[Text]" custT="1"/>
      <dgm:spPr/>
      <dgm:t>
        <a:bodyPr/>
        <a:lstStyle/>
        <a:p>
          <a:r>
            <a:rPr lang="en-GB" sz="1400" b="1">
              <a:solidFill>
                <a:schemeClr val="tx1"/>
              </a:solidFill>
            </a:rPr>
            <a:t>Re-enable</a:t>
          </a:r>
        </a:p>
      </dgm:t>
    </dgm:pt>
    <dgm:pt modelId="{65197CF1-7377-48A7-AE39-EF279AA6D34B}" type="parTrans" cxnId="{3C9EED67-9337-4015-921B-1165513DCFD0}">
      <dgm:prSet custT="1"/>
      <dgm:spPr/>
      <dgm:t>
        <a:bodyPr/>
        <a:lstStyle/>
        <a:p>
          <a:endParaRPr lang="en-GB" sz="1400" b="1">
            <a:solidFill>
              <a:schemeClr val="tx1"/>
            </a:solidFill>
          </a:endParaRPr>
        </a:p>
      </dgm:t>
    </dgm:pt>
    <dgm:pt modelId="{59600904-04E8-4C49-BE25-08B71CC978CA}" type="sibTrans" cxnId="{3C9EED67-9337-4015-921B-1165513DCFD0}">
      <dgm:prSet/>
      <dgm:spPr/>
      <dgm:t>
        <a:bodyPr/>
        <a:lstStyle/>
        <a:p>
          <a:endParaRPr lang="en-GB" sz="1400" b="1">
            <a:solidFill>
              <a:schemeClr val="tx1"/>
            </a:solidFill>
          </a:endParaRPr>
        </a:p>
      </dgm:t>
    </dgm:pt>
    <dgm:pt modelId="{99C65838-1A28-432A-ABB9-92B44B087479}">
      <dgm:prSet custT="1"/>
      <dgm:spPr/>
      <dgm:t>
        <a:bodyPr/>
        <a:lstStyle/>
        <a:p>
          <a:r>
            <a:rPr lang="en-GB" sz="1400" b="1">
              <a:solidFill>
                <a:schemeClr val="tx1"/>
              </a:solidFill>
            </a:rPr>
            <a:t>Increase muscle strength</a:t>
          </a:r>
        </a:p>
      </dgm:t>
    </dgm:pt>
    <dgm:pt modelId="{4999A41F-E585-4136-BB44-5BE9B5B54A75}" type="parTrans" cxnId="{02A983B0-BF77-45C8-9CE0-1FF9E5CFC300}">
      <dgm:prSet custT="1"/>
      <dgm:spPr/>
      <dgm:t>
        <a:bodyPr/>
        <a:lstStyle/>
        <a:p>
          <a:endParaRPr lang="en-GB" sz="1400" b="1">
            <a:solidFill>
              <a:schemeClr val="tx1"/>
            </a:solidFill>
          </a:endParaRPr>
        </a:p>
      </dgm:t>
    </dgm:pt>
    <dgm:pt modelId="{D35EF058-055F-448A-A838-9BB098F75C6F}" type="sibTrans" cxnId="{02A983B0-BF77-45C8-9CE0-1FF9E5CFC300}">
      <dgm:prSet/>
      <dgm:spPr/>
      <dgm:t>
        <a:bodyPr/>
        <a:lstStyle/>
        <a:p>
          <a:endParaRPr lang="en-GB" sz="1400" b="1">
            <a:solidFill>
              <a:schemeClr val="tx1"/>
            </a:solidFill>
          </a:endParaRPr>
        </a:p>
      </dgm:t>
    </dgm:pt>
    <dgm:pt modelId="{D85F38B7-6F5D-44E2-A3E4-1DB48F1FF582}">
      <dgm:prSet custT="1"/>
      <dgm:spPr/>
      <dgm:t>
        <a:bodyPr/>
        <a:lstStyle/>
        <a:p>
          <a:r>
            <a:rPr lang="en-GB" sz="1400" b="1">
              <a:solidFill>
                <a:schemeClr val="tx1"/>
              </a:solidFill>
            </a:rPr>
            <a:t>Increase joint range</a:t>
          </a:r>
        </a:p>
      </dgm:t>
    </dgm:pt>
    <dgm:pt modelId="{21F8F499-D7E6-4DC0-8097-79CA61F4140F}" type="parTrans" cxnId="{8C94F8A7-F069-4ABD-B162-2034628593DA}">
      <dgm:prSet custT="1"/>
      <dgm:spPr/>
      <dgm:t>
        <a:bodyPr/>
        <a:lstStyle/>
        <a:p>
          <a:endParaRPr lang="en-GB" sz="1400" b="1">
            <a:solidFill>
              <a:schemeClr val="tx1"/>
            </a:solidFill>
          </a:endParaRPr>
        </a:p>
      </dgm:t>
    </dgm:pt>
    <dgm:pt modelId="{05A52E45-2F37-4DF9-B053-6FB8ABF3FCC7}" type="sibTrans" cxnId="{8C94F8A7-F069-4ABD-B162-2034628593DA}">
      <dgm:prSet/>
      <dgm:spPr/>
      <dgm:t>
        <a:bodyPr/>
        <a:lstStyle/>
        <a:p>
          <a:endParaRPr lang="en-GB" sz="1400" b="1">
            <a:solidFill>
              <a:schemeClr val="tx1"/>
            </a:solidFill>
          </a:endParaRPr>
        </a:p>
      </dgm:t>
    </dgm:pt>
    <dgm:pt modelId="{27FE2674-541D-451B-8826-506D51022188}">
      <dgm:prSet custT="1"/>
      <dgm:spPr/>
      <dgm:t>
        <a:bodyPr/>
        <a:lstStyle/>
        <a:p>
          <a:r>
            <a:rPr lang="en-GB" sz="1400" b="1">
              <a:solidFill>
                <a:schemeClr val="tx1"/>
              </a:solidFill>
            </a:rPr>
            <a:t>Improve joint position sense</a:t>
          </a:r>
        </a:p>
      </dgm:t>
    </dgm:pt>
    <dgm:pt modelId="{275183CD-2090-4209-8285-7E8E344A6C89}" type="parTrans" cxnId="{F17BA832-5934-4036-9D92-E8F9B35AE6C1}">
      <dgm:prSet custT="1"/>
      <dgm:spPr/>
      <dgm:t>
        <a:bodyPr/>
        <a:lstStyle/>
        <a:p>
          <a:endParaRPr lang="en-GB" sz="1400" b="1">
            <a:solidFill>
              <a:schemeClr val="tx1"/>
            </a:solidFill>
          </a:endParaRPr>
        </a:p>
      </dgm:t>
    </dgm:pt>
    <dgm:pt modelId="{1DEF260F-6B0C-4DF3-8E07-39C0ADDE1F17}" type="sibTrans" cxnId="{F17BA832-5934-4036-9D92-E8F9B35AE6C1}">
      <dgm:prSet/>
      <dgm:spPr/>
      <dgm:t>
        <a:bodyPr/>
        <a:lstStyle/>
        <a:p>
          <a:endParaRPr lang="en-GB" sz="1400" b="1">
            <a:solidFill>
              <a:schemeClr val="tx1"/>
            </a:solidFill>
          </a:endParaRPr>
        </a:p>
      </dgm:t>
    </dgm:pt>
    <dgm:pt modelId="{03D94C79-0671-4396-AAFC-8A9F89E9E312}">
      <dgm:prSet custT="1"/>
      <dgm:spPr/>
      <dgm:t>
        <a:bodyPr/>
        <a:lstStyle/>
        <a:p>
          <a:r>
            <a:rPr lang="en-GB" sz="1400" b="1">
              <a:solidFill>
                <a:schemeClr val="tx1"/>
              </a:solidFill>
            </a:rPr>
            <a:t>Increase general fitness</a:t>
          </a:r>
        </a:p>
      </dgm:t>
    </dgm:pt>
    <dgm:pt modelId="{5CD6003D-384E-4A13-A0A6-9088C29A3FDA}" type="parTrans" cxnId="{1C49DF8E-37B8-48E1-886E-C7B1C9E2021E}">
      <dgm:prSet custT="1"/>
      <dgm:spPr/>
      <dgm:t>
        <a:bodyPr/>
        <a:lstStyle/>
        <a:p>
          <a:endParaRPr lang="en-GB" sz="1400" b="1">
            <a:solidFill>
              <a:schemeClr val="tx1"/>
            </a:solidFill>
          </a:endParaRPr>
        </a:p>
      </dgm:t>
    </dgm:pt>
    <dgm:pt modelId="{52A87576-3285-46F5-8C32-DF000CF17381}" type="sibTrans" cxnId="{1C49DF8E-37B8-48E1-886E-C7B1C9E2021E}">
      <dgm:prSet/>
      <dgm:spPr/>
      <dgm:t>
        <a:bodyPr/>
        <a:lstStyle/>
        <a:p>
          <a:endParaRPr lang="en-GB" sz="1400" b="1">
            <a:solidFill>
              <a:schemeClr val="tx1"/>
            </a:solidFill>
          </a:endParaRPr>
        </a:p>
      </dgm:t>
    </dgm:pt>
    <dgm:pt modelId="{BE8DE65D-CA8D-4CA3-895E-F0680E35D3D1}">
      <dgm:prSet custT="1"/>
      <dgm:spPr/>
      <dgm:t>
        <a:bodyPr/>
        <a:lstStyle/>
        <a:p>
          <a:r>
            <a:rPr lang="en-GB" sz="1400" b="1" dirty="0">
              <a:solidFill>
                <a:schemeClr val="tx1"/>
              </a:solidFill>
            </a:rPr>
            <a:t>Improve mood and well-being</a:t>
          </a:r>
        </a:p>
      </dgm:t>
    </dgm:pt>
    <dgm:pt modelId="{B5A4192A-F810-42C1-AE36-49AF2C31A01C}" type="parTrans" cxnId="{1D0C3070-DC2E-4677-9A41-81C0FB0EA900}">
      <dgm:prSet custT="1"/>
      <dgm:spPr/>
      <dgm:t>
        <a:bodyPr/>
        <a:lstStyle/>
        <a:p>
          <a:endParaRPr lang="en-GB" sz="1400" b="1">
            <a:solidFill>
              <a:schemeClr val="tx1"/>
            </a:solidFill>
          </a:endParaRPr>
        </a:p>
      </dgm:t>
    </dgm:pt>
    <dgm:pt modelId="{A8B45EB0-CDCB-42BF-BB3A-3B4389CB98E7}" type="sibTrans" cxnId="{1D0C3070-DC2E-4677-9A41-81C0FB0EA900}">
      <dgm:prSet/>
      <dgm:spPr/>
      <dgm:t>
        <a:bodyPr/>
        <a:lstStyle/>
        <a:p>
          <a:endParaRPr lang="en-GB" sz="1400" b="1">
            <a:solidFill>
              <a:schemeClr val="tx1"/>
            </a:solidFill>
          </a:endParaRPr>
        </a:p>
      </dgm:t>
    </dgm:pt>
    <dgm:pt modelId="{117C6505-79B2-4DB7-B24E-03ABE5C9DA90}" type="pres">
      <dgm:prSet presAssocID="{BCC54C51-7EF5-4FC8-A700-AB58F82053F2}" presName="cycle" presStyleCnt="0">
        <dgm:presLayoutVars>
          <dgm:chMax val="1"/>
          <dgm:dir/>
          <dgm:animLvl val="ctr"/>
          <dgm:resizeHandles val="exact"/>
        </dgm:presLayoutVars>
      </dgm:prSet>
      <dgm:spPr/>
    </dgm:pt>
    <dgm:pt modelId="{447C5441-CF15-4C03-A857-27B575851430}" type="pres">
      <dgm:prSet presAssocID="{39127D96-19F8-48D5-84F4-79FCA2C58FC1}" presName="centerShape" presStyleLbl="node0" presStyleIdx="0" presStyleCnt="1" custScaleX="126905"/>
      <dgm:spPr/>
    </dgm:pt>
    <dgm:pt modelId="{DF36E409-B63D-4C77-9C68-B842658937A6}" type="pres">
      <dgm:prSet presAssocID="{FC1F5032-4147-4903-A53B-973EC63E10CA}" presName="Name9" presStyleLbl="parChTrans1D2" presStyleIdx="0" presStyleCnt="9"/>
      <dgm:spPr/>
    </dgm:pt>
    <dgm:pt modelId="{029EAAE4-C961-4DAD-88D4-DAF76C7B5E69}" type="pres">
      <dgm:prSet presAssocID="{FC1F5032-4147-4903-A53B-973EC63E10CA}" presName="connTx" presStyleLbl="parChTrans1D2" presStyleIdx="0" presStyleCnt="9"/>
      <dgm:spPr/>
    </dgm:pt>
    <dgm:pt modelId="{51E7B4B9-D5F0-4686-B740-C293B0AC1280}" type="pres">
      <dgm:prSet presAssocID="{D9A5E196-E43A-4950-B01F-5BBA977B6E4D}" presName="node" presStyleLbl="node1" presStyleIdx="0" presStyleCnt="9">
        <dgm:presLayoutVars>
          <dgm:bulletEnabled val="1"/>
        </dgm:presLayoutVars>
      </dgm:prSet>
      <dgm:spPr/>
    </dgm:pt>
    <dgm:pt modelId="{72B98C3D-D3E4-4540-96C2-646875EFD040}" type="pres">
      <dgm:prSet presAssocID="{22390B6B-512B-4EBF-BC1A-83BCE70B06EF}" presName="Name9" presStyleLbl="parChTrans1D2" presStyleIdx="1" presStyleCnt="9"/>
      <dgm:spPr/>
    </dgm:pt>
    <dgm:pt modelId="{632EBFC6-6381-4F4D-A924-59FB6F68376A}" type="pres">
      <dgm:prSet presAssocID="{22390B6B-512B-4EBF-BC1A-83BCE70B06EF}" presName="connTx" presStyleLbl="parChTrans1D2" presStyleIdx="1" presStyleCnt="9"/>
      <dgm:spPr/>
    </dgm:pt>
    <dgm:pt modelId="{B30A1527-F3DA-461F-AFC5-EF69F85472F1}" type="pres">
      <dgm:prSet presAssocID="{D889B771-3BBE-4D39-9D8C-55AE7631D031}" presName="node" presStyleLbl="node1" presStyleIdx="1" presStyleCnt="9">
        <dgm:presLayoutVars>
          <dgm:bulletEnabled val="1"/>
        </dgm:presLayoutVars>
      </dgm:prSet>
      <dgm:spPr/>
    </dgm:pt>
    <dgm:pt modelId="{E225FBF8-D068-4853-8B33-BD894A0F69EA}" type="pres">
      <dgm:prSet presAssocID="{0271FED4-F438-48BA-B962-124D7C51E4C8}" presName="Name9" presStyleLbl="parChTrans1D2" presStyleIdx="2" presStyleCnt="9"/>
      <dgm:spPr/>
    </dgm:pt>
    <dgm:pt modelId="{6FF4E294-95B6-4217-99D1-55574CD2B266}" type="pres">
      <dgm:prSet presAssocID="{0271FED4-F438-48BA-B962-124D7C51E4C8}" presName="connTx" presStyleLbl="parChTrans1D2" presStyleIdx="2" presStyleCnt="9"/>
      <dgm:spPr/>
    </dgm:pt>
    <dgm:pt modelId="{C69E406F-5A73-4645-91F6-4BA6FC2DE630}" type="pres">
      <dgm:prSet presAssocID="{0D1B2A04-CF67-41AA-B89A-8606BB23AD48}" presName="node" presStyleLbl="node1" presStyleIdx="2" presStyleCnt="9">
        <dgm:presLayoutVars>
          <dgm:bulletEnabled val="1"/>
        </dgm:presLayoutVars>
      </dgm:prSet>
      <dgm:spPr/>
    </dgm:pt>
    <dgm:pt modelId="{66898AEE-A459-4D27-910B-185D33033CCF}" type="pres">
      <dgm:prSet presAssocID="{65197CF1-7377-48A7-AE39-EF279AA6D34B}" presName="Name9" presStyleLbl="parChTrans1D2" presStyleIdx="3" presStyleCnt="9"/>
      <dgm:spPr/>
    </dgm:pt>
    <dgm:pt modelId="{7C361AF9-E6FF-4A94-B652-B01599F956A1}" type="pres">
      <dgm:prSet presAssocID="{65197CF1-7377-48A7-AE39-EF279AA6D34B}" presName="connTx" presStyleLbl="parChTrans1D2" presStyleIdx="3" presStyleCnt="9"/>
      <dgm:spPr/>
    </dgm:pt>
    <dgm:pt modelId="{DF7873AC-9761-4FD5-88AF-AB9E0C55DB2C}" type="pres">
      <dgm:prSet presAssocID="{29C74AF0-4415-4BB8-A1DB-3F7F24E843E5}" presName="node" presStyleLbl="node1" presStyleIdx="3" presStyleCnt="9">
        <dgm:presLayoutVars>
          <dgm:bulletEnabled val="1"/>
        </dgm:presLayoutVars>
      </dgm:prSet>
      <dgm:spPr/>
    </dgm:pt>
    <dgm:pt modelId="{176A7FC0-8BAF-4B1E-9106-45199579A6C5}" type="pres">
      <dgm:prSet presAssocID="{4999A41F-E585-4136-BB44-5BE9B5B54A75}" presName="Name9" presStyleLbl="parChTrans1D2" presStyleIdx="4" presStyleCnt="9"/>
      <dgm:spPr/>
    </dgm:pt>
    <dgm:pt modelId="{5A713002-64A0-4EDA-B525-DC1ECBFC72E1}" type="pres">
      <dgm:prSet presAssocID="{4999A41F-E585-4136-BB44-5BE9B5B54A75}" presName="connTx" presStyleLbl="parChTrans1D2" presStyleIdx="4" presStyleCnt="9"/>
      <dgm:spPr/>
    </dgm:pt>
    <dgm:pt modelId="{A03D09FD-9BAE-4BE0-93ED-EF8D842C159F}" type="pres">
      <dgm:prSet presAssocID="{99C65838-1A28-432A-ABB9-92B44B087479}" presName="node" presStyleLbl="node1" presStyleIdx="4" presStyleCnt="9">
        <dgm:presLayoutVars>
          <dgm:bulletEnabled val="1"/>
        </dgm:presLayoutVars>
      </dgm:prSet>
      <dgm:spPr/>
    </dgm:pt>
    <dgm:pt modelId="{E55EA1FF-C7A2-4006-814A-C0017243389B}" type="pres">
      <dgm:prSet presAssocID="{21F8F499-D7E6-4DC0-8097-79CA61F4140F}" presName="Name9" presStyleLbl="parChTrans1D2" presStyleIdx="5" presStyleCnt="9"/>
      <dgm:spPr/>
    </dgm:pt>
    <dgm:pt modelId="{F00D52DE-DE6C-4BC5-8348-414AA15403E4}" type="pres">
      <dgm:prSet presAssocID="{21F8F499-D7E6-4DC0-8097-79CA61F4140F}" presName="connTx" presStyleLbl="parChTrans1D2" presStyleIdx="5" presStyleCnt="9"/>
      <dgm:spPr/>
    </dgm:pt>
    <dgm:pt modelId="{DFD5071C-0CB7-4EAB-A8EB-8F6035C1BDC7}" type="pres">
      <dgm:prSet presAssocID="{D85F38B7-6F5D-44E2-A3E4-1DB48F1FF582}" presName="node" presStyleLbl="node1" presStyleIdx="5" presStyleCnt="9">
        <dgm:presLayoutVars>
          <dgm:bulletEnabled val="1"/>
        </dgm:presLayoutVars>
      </dgm:prSet>
      <dgm:spPr/>
    </dgm:pt>
    <dgm:pt modelId="{67924CC1-3251-4A03-90A4-D464325ED565}" type="pres">
      <dgm:prSet presAssocID="{275183CD-2090-4209-8285-7E8E344A6C89}" presName="Name9" presStyleLbl="parChTrans1D2" presStyleIdx="6" presStyleCnt="9"/>
      <dgm:spPr/>
    </dgm:pt>
    <dgm:pt modelId="{FA4065C1-F215-4FF5-B1AB-4896B912C12E}" type="pres">
      <dgm:prSet presAssocID="{275183CD-2090-4209-8285-7E8E344A6C89}" presName="connTx" presStyleLbl="parChTrans1D2" presStyleIdx="6" presStyleCnt="9"/>
      <dgm:spPr/>
    </dgm:pt>
    <dgm:pt modelId="{1564DEFF-DB7B-4584-BE50-FB944031AB56}" type="pres">
      <dgm:prSet presAssocID="{27FE2674-541D-451B-8826-506D51022188}" presName="node" presStyleLbl="node1" presStyleIdx="6" presStyleCnt="9">
        <dgm:presLayoutVars>
          <dgm:bulletEnabled val="1"/>
        </dgm:presLayoutVars>
      </dgm:prSet>
      <dgm:spPr/>
    </dgm:pt>
    <dgm:pt modelId="{E6D36E0F-8912-428D-AE6F-BE8626633B6C}" type="pres">
      <dgm:prSet presAssocID="{5CD6003D-384E-4A13-A0A6-9088C29A3FDA}" presName="Name9" presStyleLbl="parChTrans1D2" presStyleIdx="7" presStyleCnt="9"/>
      <dgm:spPr/>
    </dgm:pt>
    <dgm:pt modelId="{0D1CF233-E899-4E1E-AE20-EDC0809EF272}" type="pres">
      <dgm:prSet presAssocID="{5CD6003D-384E-4A13-A0A6-9088C29A3FDA}" presName="connTx" presStyleLbl="parChTrans1D2" presStyleIdx="7" presStyleCnt="9"/>
      <dgm:spPr/>
    </dgm:pt>
    <dgm:pt modelId="{F5E0D053-009B-4526-957F-330A985AF9EC}" type="pres">
      <dgm:prSet presAssocID="{03D94C79-0671-4396-AAFC-8A9F89E9E312}" presName="node" presStyleLbl="node1" presStyleIdx="7" presStyleCnt="9">
        <dgm:presLayoutVars>
          <dgm:bulletEnabled val="1"/>
        </dgm:presLayoutVars>
      </dgm:prSet>
      <dgm:spPr/>
    </dgm:pt>
    <dgm:pt modelId="{2F88F871-CE81-40A0-80DA-C2C52F9B857F}" type="pres">
      <dgm:prSet presAssocID="{B5A4192A-F810-42C1-AE36-49AF2C31A01C}" presName="Name9" presStyleLbl="parChTrans1D2" presStyleIdx="8" presStyleCnt="9"/>
      <dgm:spPr/>
    </dgm:pt>
    <dgm:pt modelId="{A535C216-2859-4E0D-AB97-E2D3986DE425}" type="pres">
      <dgm:prSet presAssocID="{B5A4192A-F810-42C1-AE36-49AF2C31A01C}" presName="connTx" presStyleLbl="parChTrans1D2" presStyleIdx="8" presStyleCnt="9"/>
      <dgm:spPr/>
    </dgm:pt>
    <dgm:pt modelId="{FC71FC03-80E0-49AA-98F5-6488AF70D67D}" type="pres">
      <dgm:prSet presAssocID="{BE8DE65D-CA8D-4CA3-895E-F0680E35D3D1}" presName="node" presStyleLbl="node1" presStyleIdx="8" presStyleCnt="9" custScaleX="120025">
        <dgm:presLayoutVars>
          <dgm:bulletEnabled val="1"/>
        </dgm:presLayoutVars>
      </dgm:prSet>
      <dgm:spPr/>
    </dgm:pt>
  </dgm:ptLst>
  <dgm:cxnLst>
    <dgm:cxn modelId="{9655B704-B2B9-4665-9A99-ECE145A03D26}" type="presOf" srcId="{0271FED4-F438-48BA-B962-124D7C51E4C8}" destId="{E225FBF8-D068-4853-8B33-BD894A0F69EA}" srcOrd="0" destOrd="0" presId="urn:microsoft.com/office/officeart/2005/8/layout/radial1"/>
    <dgm:cxn modelId="{38471005-C202-4077-9141-97A5FC1D0D5B}" type="presOf" srcId="{22390B6B-512B-4EBF-BC1A-83BCE70B06EF}" destId="{72B98C3D-D3E4-4540-96C2-646875EFD040}" srcOrd="0" destOrd="0" presId="urn:microsoft.com/office/officeart/2005/8/layout/radial1"/>
    <dgm:cxn modelId="{B0D24807-D66B-462C-8018-3B3CF19FA4CC}" type="presOf" srcId="{29C74AF0-4415-4BB8-A1DB-3F7F24E843E5}" destId="{DF7873AC-9761-4FD5-88AF-AB9E0C55DB2C}" srcOrd="0" destOrd="0" presId="urn:microsoft.com/office/officeart/2005/8/layout/radial1"/>
    <dgm:cxn modelId="{C7BA4B16-AF38-42F3-8F55-06775D52030B}" type="presOf" srcId="{4999A41F-E585-4136-BB44-5BE9B5B54A75}" destId="{176A7FC0-8BAF-4B1E-9106-45199579A6C5}" srcOrd="0" destOrd="0" presId="urn:microsoft.com/office/officeart/2005/8/layout/radial1"/>
    <dgm:cxn modelId="{C255D31C-AABD-4887-8F2E-E105A8FC3ADB}" type="presOf" srcId="{0D1B2A04-CF67-41AA-B89A-8606BB23AD48}" destId="{C69E406F-5A73-4645-91F6-4BA6FC2DE630}" srcOrd="0" destOrd="0" presId="urn:microsoft.com/office/officeart/2005/8/layout/radial1"/>
    <dgm:cxn modelId="{F39A651D-9384-41CA-83F3-0A4FB4BF5CB4}" srcId="{39127D96-19F8-48D5-84F4-79FCA2C58FC1}" destId="{0D1B2A04-CF67-41AA-B89A-8606BB23AD48}" srcOrd="2" destOrd="0" parTransId="{0271FED4-F438-48BA-B962-124D7C51E4C8}" sibTransId="{C756680C-DB67-4C72-9D5D-8354A851776A}"/>
    <dgm:cxn modelId="{9B42D11E-C026-45E5-85F4-E7D5C6E68746}" type="presOf" srcId="{21F8F499-D7E6-4DC0-8097-79CA61F4140F}" destId="{F00D52DE-DE6C-4BC5-8348-414AA15403E4}" srcOrd="1" destOrd="0" presId="urn:microsoft.com/office/officeart/2005/8/layout/radial1"/>
    <dgm:cxn modelId="{F17BA832-5934-4036-9D92-E8F9B35AE6C1}" srcId="{39127D96-19F8-48D5-84F4-79FCA2C58FC1}" destId="{27FE2674-541D-451B-8826-506D51022188}" srcOrd="6" destOrd="0" parTransId="{275183CD-2090-4209-8285-7E8E344A6C89}" sibTransId="{1DEF260F-6B0C-4DF3-8E07-39C0ADDE1F17}"/>
    <dgm:cxn modelId="{57017137-E465-4C8C-877F-132A6DA06B08}" type="presOf" srcId="{BCC54C51-7EF5-4FC8-A700-AB58F82053F2}" destId="{117C6505-79B2-4DB7-B24E-03ABE5C9DA90}" srcOrd="0" destOrd="0" presId="urn:microsoft.com/office/officeart/2005/8/layout/radial1"/>
    <dgm:cxn modelId="{D80A873A-63BC-4DDE-AE84-F51869181AB1}" type="presOf" srcId="{22390B6B-512B-4EBF-BC1A-83BCE70B06EF}" destId="{632EBFC6-6381-4F4D-A924-59FB6F68376A}" srcOrd="1" destOrd="0" presId="urn:microsoft.com/office/officeart/2005/8/layout/radial1"/>
    <dgm:cxn modelId="{3D84065E-C31E-4381-8813-560531808CCA}" srcId="{BCC54C51-7EF5-4FC8-A700-AB58F82053F2}" destId="{39127D96-19F8-48D5-84F4-79FCA2C58FC1}" srcOrd="0" destOrd="0" parTransId="{74345393-E1F3-4E9F-AA8B-2C86E1A0B16A}" sibTransId="{2B78ED89-D8B0-4A75-B765-F603D44827D8}"/>
    <dgm:cxn modelId="{C8569744-7688-4CAB-8D98-4D9C7E95EC8E}" type="presOf" srcId="{5CD6003D-384E-4A13-A0A6-9088C29A3FDA}" destId="{0D1CF233-E899-4E1E-AE20-EDC0809EF272}" srcOrd="1" destOrd="0" presId="urn:microsoft.com/office/officeart/2005/8/layout/radial1"/>
    <dgm:cxn modelId="{15E7AF66-F92C-4104-B6C1-7E3F7FA45FAB}" type="presOf" srcId="{4999A41F-E585-4136-BB44-5BE9B5B54A75}" destId="{5A713002-64A0-4EDA-B525-DC1ECBFC72E1}" srcOrd="1" destOrd="0" presId="urn:microsoft.com/office/officeart/2005/8/layout/radial1"/>
    <dgm:cxn modelId="{64A53A47-6499-4F5A-9CE1-DEC6752DD3AD}" type="presOf" srcId="{27FE2674-541D-451B-8826-506D51022188}" destId="{1564DEFF-DB7B-4584-BE50-FB944031AB56}" srcOrd="0" destOrd="0" presId="urn:microsoft.com/office/officeart/2005/8/layout/radial1"/>
    <dgm:cxn modelId="{3C9EED67-9337-4015-921B-1165513DCFD0}" srcId="{39127D96-19F8-48D5-84F4-79FCA2C58FC1}" destId="{29C74AF0-4415-4BB8-A1DB-3F7F24E843E5}" srcOrd="3" destOrd="0" parTransId="{65197CF1-7377-48A7-AE39-EF279AA6D34B}" sibTransId="{59600904-04E8-4C49-BE25-08B71CC978CA}"/>
    <dgm:cxn modelId="{F3A52F6E-A726-4FF5-9595-E357BBCEB239}" type="presOf" srcId="{D85F38B7-6F5D-44E2-A3E4-1DB48F1FF582}" destId="{DFD5071C-0CB7-4EAB-A8EB-8F6035C1BDC7}" srcOrd="0" destOrd="0" presId="urn:microsoft.com/office/officeart/2005/8/layout/radial1"/>
    <dgm:cxn modelId="{1D0C3070-DC2E-4677-9A41-81C0FB0EA900}" srcId="{39127D96-19F8-48D5-84F4-79FCA2C58FC1}" destId="{BE8DE65D-CA8D-4CA3-895E-F0680E35D3D1}" srcOrd="8" destOrd="0" parTransId="{B5A4192A-F810-42C1-AE36-49AF2C31A01C}" sibTransId="{A8B45EB0-CDCB-42BF-BB3A-3B4389CB98E7}"/>
    <dgm:cxn modelId="{B9CE4954-392A-4AD8-A782-4AE3DC57C48E}" type="presOf" srcId="{BE8DE65D-CA8D-4CA3-895E-F0680E35D3D1}" destId="{FC71FC03-80E0-49AA-98F5-6488AF70D67D}" srcOrd="0" destOrd="0" presId="urn:microsoft.com/office/officeart/2005/8/layout/radial1"/>
    <dgm:cxn modelId="{34BCC279-B4A3-41DF-8A17-1BB3D0CD929F}" type="presOf" srcId="{65197CF1-7377-48A7-AE39-EF279AA6D34B}" destId="{66898AEE-A459-4D27-910B-185D33033CCF}" srcOrd="0" destOrd="0" presId="urn:microsoft.com/office/officeart/2005/8/layout/radial1"/>
    <dgm:cxn modelId="{4D32FC7B-B951-46E4-80BD-EAC9FF1EC361}" type="presOf" srcId="{03D94C79-0671-4396-AAFC-8A9F89E9E312}" destId="{F5E0D053-009B-4526-957F-330A985AF9EC}" srcOrd="0" destOrd="0" presId="urn:microsoft.com/office/officeart/2005/8/layout/radial1"/>
    <dgm:cxn modelId="{A3E8AB80-931B-47B7-A1E3-FD763F6D9DB9}" type="presOf" srcId="{39127D96-19F8-48D5-84F4-79FCA2C58FC1}" destId="{447C5441-CF15-4C03-A857-27B575851430}" srcOrd="0" destOrd="0" presId="urn:microsoft.com/office/officeart/2005/8/layout/radial1"/>
    <dgm:cxn modelId="{2F11EE8C-E7A3-44D1-AE55-4AC8E901FCE9}" type="presOf" srcId="{B5A4192A-F810-42C1-AE36-49AF2C31A01C}" destId="{2F88F871-CE81-40A0-80DA-C2C52F9B857F}" srcOrd="0" destOrd="0" presId="urn:microsoft.com/office/officeart/2005/8/layout/radial1"/>
    <dgm:cxn modelId="{1C49DF8E-37B8-48E1-886E-C7B1C9E2021E}" srcId="{39127D96-19F8-48D5-84F4-79FCA2C58FC1}" destId="{03D94C79-0671-4396-AAFC-8A9F89E9E312}" srcOrd="7" destOrd="0" parTransId="{5CD6003D-384E-4A13-A0A6-9088C29A3FDA}" sibTransId="{52A87576-3285-46F5-8C32-DF000CF17381}"/>
    <dgm:cxn modelId="{2EAF7292-7E6E-477F-A821-4AEB4004836D}" type="presOf" srcId="{65197CF1-7377-48A7-AE39-EF279AA6D34B}" destId="{7C361AF9-E6FF-4A94-B652-B01599F956A1}" srcOrd="1" destOrd="0" presId="urn:microsoft.com/office/officeart/2005/8/layout/radial1"/>
    <dgm:cxn modelId="{50A1B296-08C4-467B-A840-FA13AB5BAB9A}" type="presOf" srcId="{D889B771-3BBE-4D39-9D8C-55AE7631D031}" destId="{B30A1527-F3DA-461F-AFC5-EF69F85472F1}" srcOrd="0" destOrd="0" presId="urn:microsoft.com/office/officeart/2005/8/layout/radial1"/>
    <dgm:cxn modelId="{2F815499-CBA8-4BC5-969C-A2A732082472}" type="presOf" srcId="{5CD6003D-384E-4A13-A0A6-9088C29A3FDA}" destId="{E6D36E0F-8912-428D-AE6F-BE8626633B6C}" srcOrd="0" destOrd="0" presId="urn:microsoft.com/office/officeart/2005/8/layout/radial1"/>
    <dgm:cxn modelId="{8C94F8A7-F069-4ABD-B162-2034628593DA}" srcId="{39127D96-19F8-48D5-84F4-79FCA2C58FC1}" destId="{D85F38B7-6F5D-44E2-A3E4-1DB48F1FF582}" srcOrd="5" destOrd="0" parTransId="{21F8F499-D7E6-4DC0-8097-79CA61F4140F}" sibTransId="{05A52E45-2F37-4DF9-B053-6FB8ABF3FCC7}"/>
    <dgm:cxn modelId="{E5E932AD-AF04-42F9-8A36-7DC42E9B0F13}" srcId="{39127D96-19F8-48D5-84F4-79FCA2C58FC1}" destId="{D9A5E196-E43A-4950-B01F-5BBA977B6E4D}" srcOrd="0" destOrd="0" parTransId="{FC1F5032-4147-4903-A53B-973EC63E10CA}" sibTransId="{9BF63A52-9E9C-42A9-8340-F539395FDA70}"/>
    <dgm:cxn modelId="{C25237AF-07E1-48A2-B6B9-25BBA6F49C6F}" srcId="{39127D96-19F8-48D5-84F4-79FCA2C58FC1}" destId="{D889B771-3BBE-4D39-9D8C-55AE7631D031}" srcOrd="1" destOrd="0" parTransId="{22390B6B-512B-4EBF-BC1A-83BCE70B06EF}" sibTransId="{74A59398-CF54-4215-9A6E-E42E515D4CC9}"/>
    <dgm:cxn modelId="{02A983B0-BF77-45C8-9CE0-1FF9E5CFC300}" srcId="{39127D96-19F8-48D5-84F4-79FCA2C58FC1}" destId="{99C65838-1A28-432A-ABB9-92B44B087479}" srcOrd="4" destOrd="0" parTransId="{4999A41F-E585-4136-BB44-5BE9B5B54A75}" sibTransId="{D35EF058-055F-448A-A838-9BB098F75C6F}"/>
    <dgm:cxn modelId="{FE1FE2B5-898C-4DF7-A2F3-E3BE40426A85}" type="presOf" srcId="{FC1F5032-4147-4903-A53B-973EC63E10CA}" destId="{DF36E409-B63D-4C77-9C68-B842658937A6}" srcOrd="0" destOrd="0" presId="urn:microsoft.com/office/officeart/2005/8/layout/radial1"/>
    <dgm:cxn modelId="{C0CE80BA-D1C8-43B7-AEDC-C8B1C56C5F99}" type="presOf" srcId="{0271FED4-F438-48BA-B962-124D7C51E4C8}" destId="{6FF4E294-95B6-4217-99D1-55574CD2B266}" srcOrd="1" destOrd="0" presId="urn:microsoft.com/office/officeart/2005/8/layout/radial1"/>
    <dgm:cxn modelId="{7F8E54C6-0625-4C74-8D25-8C11F9380E48}" type="presOf" srcId="{275183CD-2090-4209-8285-7E8E344A6C89}" destId="{67924CC1-3251-4A03-90A4-D464325ED565}" srcOrd="0" destOrd="0" presId="urn:microsoft.com/office/officeart/2005/8/layout/radial1"/>
    <dgm:cxn modelId="{CEFBA5D5-9AB8-44EF-B996-3E2B72FF9D61}" type="presOf" srcId="{21F8F499-D7E6-4DC0-8097-79CA61F4140F}" destId="{E55EA1FF-C7A2-4006-814A-C0017243389B}" srcOrd="0" destOrd="0" presId="urn:microsoft.com/office/officeart/2005/8/layout/radial1"/>
    <dgm:cxn modelId="{46C6B6D6-5815-4D03-9A7F-5A440564977F}" type="presOf" srcId="{D9A5E196-E43A-4950-B01F-5BBA977B6E4D}" destId="{51E7B4B9-D5F0-4686-B740-C293B0AC1280}" srcOrd="0" destOrd="0" presId="urn:microsoft.com/office/officeart/2005/8/layout/radial1"/>
    <dgm:cxn modelId="{7F19D9DE-4FF8-49AA-A865-5AD390B0C110}" type="presOf" srcId="{275183CD-2090-4209-8285-7E8E344A6C89}" destId="{FA4065C1-F215-4FF5-B1AB-4896B912C12E}" srcOrd="1" destOrd="0" presId="urn:microsoft.com/office/officeart/2005/8/layout/radial1"/>
    <dgm:cxn modelId="{AA91BCE2-D940-4B0B-9DFC-B2037DDCB7BB}" type="presOf" srcId="{B5A4192A-F810-42C1-AE36-49AF2C31A01C}" destId="{A535C216-2859-4E0D-AB97-E2D3986DE425}" srcOrd="1" destOrd="0" presId="urn:microsoft.com/office/officeart/2005/8/layout/radial1"/>
    <dgm:cxn modelId="{780985F0-1E27-463D-8A0A-0F2A4CF2F546}" type="presOf" srcId="{FC1F5032-4147-4903-A53B-973EC63E10CA}" destId="{029EAAE4-C961-4DAD-88D4-DAF76C7B5E69}" srcOrd="1" destOrd="0" presId="urn:microsoft.com/office/officeart/2005/8/layout/radial1"/>
    <dgm:cxn modelId="{64BBC7F8-05DC-4BB5-9E28-8BF091F081DE}" type="presOf" srcId="{99C65838-1A28-432A-ABB9-92B44B087479}" destId="{A03D09FD-9BAE-4BE0-93ED-EF8D842C159F}" srcOrd="0" destOrd="0" presId="urn:microsoft.com/office/officeart/2005/8/layout/radial1"/>
    <dgm:cxn modelId="{89694EB6-E8DB-43F4-A4DA-C7B9678E7932}" type="presParOf" srcId="{117C6505-79B2-4DB7-B24E-03ABE5C9DA90}" destId="{447C5441-CF15-4C03-A857-27B575851430}" srcOrd="0" destOrd="0" presId="urn:microsoft.com/office/officeart/2005/8/layout/radial1"/>
    <dgm:cxn modelId="{EE46F81A-AFDE-4B10-B26F-E4769C992C7D}" type="presParOf" srcId="{117C6505-79B2-4DB7-B24E-03ABE5C9DA90}" destId="{DF36E409-B63D-4C77-9C68-B842658937A6}" srcOrd="1" destOrd="0" presId="urn:microsoft.com/office/officeart/2005/8/layout/radial1"/>
    <dgm:cxn modelId="{60C87BC6-D1EB-46AD-8FF9-E4F2A6F0883D}" type="presParOf" srcId="{DF36E409-B63D-4C77-9C68-B842658937A6}" destId="{029EAAE4-C961-4DAD-88D4-DAF76C7B5E69}" srcOrd="0" destOrd="0" presId="urn:microsoft.com/office/officeart/2005/8/layout/radial1"/>
    <dgm:cxn modelId="{573175ED-D543-44D8-BA6A-4B2221B020BE}" type="presParOf" srcId="{117C6505-79B2-4DB7-B24E-03ABE5C9DA90}" destId="{51E7B4B9-D5F0-4686-B740-C293B0AC1280}" srcOrd="2" destOrd="0" presId="urn:microsoft.com/office/officeart/2005/8/layout/radial1"/>
    <dgm:cxn modelId="{DD887030-D61B-4C31-B7E6-B55C9BEDCF45}" type="presParOf" srcId="{117C6505-79B2-4DB7-B24E-03ABE5C9DA90}" destId="{72B98C3D-D3E4-4540-96C2-646875EFD040}" srcOrd="3" destOrd="0" presId="urn:microsoft.com/office/officeart/2005/8/layout/radial1"/>
    <dgm:cxn modelId="{40ED4C27-FFD6-4F58-BFF0-D2B3C9EF8240}" type="presParOf" srcId="{72B98C3D-D3E4-4540-96C2-646875EFD040}" destId="{632EBFC6-6381-4F4D-A924-59FB6F68376A}" srcOrd="0" destOrd="0" presId="urn:microsoft.com/office/officeart/2005/8/layout/radial1"/>
    <dgm:cxn modelId="{C79E16D6-039D-4682-B483-5E8C8DC87D6E}" type="presParOf" srcId="{117C6505-79B2-4DB7-B24E-03ABE5C9DA90}" destId="{B30A1527-F3DA-461F-AFC5-EF69F85472F1}" srcOrd="4" destOrd="0" presId="urn:microsoft.com/office/officeart/2005/8/layout/radial1"/>
    <dgm:cxn modelId="{4B839A5F-055D-40A1-8160-46C232CF5321}" type="presParOf" srcId="{117C6505-79B2-4DB7-B24E-03ABE5C9DA90}" destId="{E225FBF8-D068-4853-8B33-BD894A0F69EA}" srcOrd="5" destOrd="0" presId="urn:microsoft.com/office/officeart/2005/8/layout/radial1"/>
    <dgm:cxn modelId="{52415D7B-17D7-4CF1-86D4-49F0A8491FD7}" type="presParOf" srcId="{E225FBF8-D068-4853-8B33-BD894A0F69EA}" destId="{6FF4E294-95B6-4217-99D1-55574CD2B266}" srcOrd="0" destOrd="0" presId="urn:microsoft.com/office/officeart/2005/8/layout/radial1"/>
    <dgm:cxn modelId="{725F66DB-71C9-41B9-841E-3654F7E4AB71}" type="presParOf" srcId="{117C6505-79B2-4DB7-B24E-03ABE5C9DA90}" destId="{C69E406F-5A73-4645-91F6-4BA6FC2DE630}" srcOrd="6" destOrd="0" presId="urn:microsoft.com/office/officeart/2005/8/layout/radial1"/>
    <dgm:cxn modelId="{7893448E-D8B3-4072-A93C-5C82930A0A7D}" type="presParOf" srcId="{117C6505-79B2-4DB7-B24E-03ABE5C9DA90}" destId="{66898AEE-A459-4D27-910B-185D33033CCF}" srcOrd="7" destOrd="0" presId="urn:microsoft.com/office/officeart/2005/8/layout/radial1"/>
    <dgm:cxn modelId="{18D425E3-73E1-4FDA-ACA8-F6D5DE5E4D9A}" type="presParOf" srcId="{66898AEE-A459-4D27-910B-185D33033CCF}" destId="{7C361AF9-E6FF-4A94-B652-B01599F956A1}" srcOrd="0" destOrd="0" presId="urn:microsoft.com/office/officeart/2005/8/layout/radial1"/>
    <dgm:cxn modelId="{0B013D29-5929-4D9A-B6A5-08B26CCF6DDA}" type="presParOf" srcId="{117C6505-79B2-4DB7-B24E-03ABE5C9DA90}" destId="{DF7873AC-9761-4FD5-88AF-AB9E0C55DB2C}" srcOrd="8" destOrd="0" presId="urn:microsoft.com/office/officeart/2005/8/layout/radial1"/>
    <dgm:cxn modelId="{3D3BE193-9DB2-43AF-A587-167AFD3BEAA1}" type="presParOf" srcId="{117C6505-79B2-4DB7-B24E-03ABE5C9DA90}" destId="{176A7FC0-8BAF-4B1E-9106-45199579A6C5}" srcOrd="9" destOrd="0" presId="urn:microsoft.com/office/officeart/2005/8/layout/radial1"/>
    <dgm:cxn modelId="{A597D5BD-99E7-43D1-8255-9302EA4EAD12}" type="presParOf" srcId="{176A7FC0-8BAF-4B1E-9106-45199579A6C5}" destId="{5A713002-64A0-4EDA-B525-DC1ECBFC72E1}" srcOrd="0" destOrd="0" presId="urn:microsoft.com/office/officeart/2005/8/layout/radial1"/>
    <dgm:cxn modelId="{84C65C68-A186-42DC-A920-C5CDD1600955}" type="presParOf" srcId="{117C6505-79B2-4DB7-B24E-03ABE5C9DA90}" destId="{A03D09FD-9BAE-4BE0-93ED-EF8D842C159F}" srcOrd="10" destOrd="0" presId="urn:microsoft.com/office/officeart/2005/8/layout/radial1"/>
    <dgm:cxn modelId="{371CDE10-C7B0-439F-919F-68C02C3F592E}" type="presParOf" srcId="{117C6505-79B2-4DB7-B24E-03ABE5C9DA90}" destId="{E55EA1FF-C7A2-4006-814A-C0017243389B}" srcOrd="11" destOrd="0" presId="urn:microsoft.com/office/officeart/2005/8/layout/radial1"/>
    <dgm:cxn modelId="{430D9522-D153-4CB0-9F55-09F816F7BB56}" type="presParOf" srcId="{E55EA1FF-C7A2-4006-814A-C0017243389B}" destId="{F00D52DE-DE6C-4BC5-8348-414AA15403E4}" srcOrd="0" destOrd="0" presId="urn:microsoft.com/office/officeart/2005/8/layout/radial1"/>
    <dgm:cxn modelId="{CD0B7729-220B-45BC-940F-A393DD023D4D}" type="presParOf" srcId="{117C6505-79B2-4DB7-B24E-03ABE5C9DA90}" destId="{DFD5071C-0CB7-4EAB-A8EB-8F6035C1BDC7}" srcOrd="12" destOrd="0" presId="urn:microsoft.com/office/officeart/2005/8/layout/radial1"/>
    <dgm:cxn modelId="{2C5C7A3B-732C-456D-87C7-A549A5E073CE}" type="presParOf" srcId="{117C6505-79B2-4DB7-B24E-03ABE5C9DA90}" destId="{67924CC1-3251-4A03-90A4-D464325ED565}" srcOrd="13" destOrd="0" presId="urn:microsoft.com/office/officeart/2005/8/layout/radial1"/>
    <dgm:cxn modelId="{C92BE4EE-CB85-40E2-AA0A-6C3D784BF06A}" type="presParOf" srcId="{67924CC1-3251-4A03-90A4-D464325ED565}" destId="{FA4065C1-F215-4FF5-B1AB-4896B912C12E}" srcOrd="0" destOrd="0" presId="urn:microsoft.com/office/officeart/2005/8/layout/radial1"/>
    <dgm:cxn modelId="{EAE67103-F8B5-4FFA-8422-679F02842D30}" type="presParOf" srcId="{117C6505-79B2-4DB7-B24E-03ABE5C9DA90}" destId="{1564DEFF-DB7B-4584-BE50-FB944031AB56}" srcOrd="14" destOrd="0" presId="urn:microsoft.com/office/officeart/2005/8/layout/radial1"/>
    <dgm:cxn modelId="{BA6C0864-2497-4BC1-A656-6FD652F26ED2}" type="presParOf" srcId="{117C6505-79B2-4DB7-B24E-03ABE5C9DA90}" destId="{E6D36E0F-8912-428D-AE6F-BE8626633B6C}" srcOrd="15" destOrd="0" presId="urn:microsoft.com/office/officeart/2005/8/layout/radial1"/>
    <dgm:cxn modelId="{64929DAC-8CD1-4B26-BE3E-1A224CA31D8F}" type="presParOf" srcId="{E6D36E0F-8912-428D-AE6F-BE8626633B6C}" destId="{0D1CF233-E899-4E1E-AE20-EDC0809EF272}" srcOrd="0" destOrd="0" presId="urn:microsoft.com/office/officeart/2005/8/layout/radial1"/>
    <dgm:cxn modelId="{CA3CA915-BBC8-460F-9CAB-5505BEF1690C}" type="presParOf" srcId="{117C6505-79B2-4DB7-B24E-03ABE5C9DA90}" destId="{F5E0D053-009B-4526-957F-330A985AF9EC}" srcOrd="16" destOrd="0" presId="urn:microsoft.com/office/officeart/2005/8/layout/radial1"/>
    <dgm:cxn modelId="{A50E34B3-EE15-44C0-8D5F-638538DA30DB}" type="presParOf" srcId="{117C6505-79B2-4DB7-B24E-03ABE5C9DA90}" destId="{2F88F871-CE81-40A0-80DA-C2C52F9B857F}" srcOrd="17" destOrd="0" presId="urn:microsoft.com/office/officeart/2005/8/layout/radial1"/>
    <dgm:cxn modelId="{40AC25D3-C8E3-4B11-9B8B-1942CD0E92BA}" type="presParOf" srcId="{2F88F871-CE81-40A0-80DA-C2C52F9B857F}" destId="{A535C216-2859-4E0D-AB97-E2D3986DE425}" srcOrd="0" destOrd="0" presId="urn:microsoft.com/office/officeart/2005/8/layout/radial1"/>
    <dgm:cxn modelId="{577479BE-6174-40AF-A77F-824CE9E310D5}" type="presParOf" srcId="{117C6505-79B2-4DB7-B24E-03ABE5C9DA90}" destId="{FC71FC03-80E0-49AA-98F5-6488AF70D67D}" srcOrd="18"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7C5441-CF15-4C03-A857-27B575851430}">
      <dsp:nvSpPr>
        <dsp:cNvPr id="0" name=""/>
        <dsp:cNvSpPr/>
      </dsp:nvSpPr>
      <dsp:spPr>
        <a:xfrm>
          <a:off x="3356148" y="1887570"/>
          <a:ext cx="1245090" cy="981119"/>
        </a:xfrm>
        <a:prstGeom prst="ellips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a:solidFill>
                <a:schemeClr val="tx1"/>
              </a:solidFill>
            </a:rPr>
            <a:t>EXERCISE</a:t>
          </a:r>
        </a:p>
      </dsp:txBody>
      <dsp:txXfrm>
        <a:off x="3538487" y="2031252"/>
        <a:ext cx="880412" cy="693755"/>
      </dsp:txXfrm>
    </dsp:sp>
    <dsp:sp modelId="{DF36E409-B63D-4C77-9C68-B842658937A6}">
      <dsp:nvSpPr>
        <dsp:cNvPr id="0" name=""/>
        <dsp:cNvSpPr/>
      </dsp:nvSpPr>
      <dsp:spPr>
        <a:xfrm rot="16200000">
          <a:off x="3535612" y="1433392"/>
          <a:ext cx="886162" cy="22193"/>
        </a:xfrm>
        <a:custGeom>
          <a:avLst/>
          <a:gdLst/>
          <a:ahLst/>
          <a:cxnLst/>
          <a:rect l="0" t="0" r="0" b="0"/>
          <a:pathLst>
            <a:path>
              <a:moveTo>
                <a:pt x="0" y="11096"/>
              </a:moveTo>
              <a:lnTo>
                <a:pt x="886162" y="11096"/>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GB" sz="1400" b="1" kern="1200">
            <a:solidFill>
              <a:schemeClr val="tx1"/>
            </a:solidFill>
          </a:endParaRPr>
        </a:p>
      </dsp:txBody>
      <dsp:txXfrm>
        <a:off x="3956539" y="1422335"/>
        <a:ext cx="44308" cy="44308"/>
      </dsp:txXfrm>
    </dsp:sp>
    <dsp:sp modelId="{51E7B4B9-D5F0-4686-B740-C293B0AC1280}">
      <dsp:nvSpPr>
        <dsp:cNvPr id="0" name=""/>
        <dsp:cNvSpPr/>
      </dsp:nvSpPr>
      <dsp:spPr>
        <a:xfrm>
          <a:off x="3488133" y="20288"/>
          <a:ext cx="981119" cy="981119"/>
        </a:xfrm>
        <a:prstGeom prst="ellips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a:solidFill>
                <a:schemeClr val="tx1"/>
              </a:solidFill>
            </a:rPr>
            <a:t>Reduce pain</a:t>
          </a:r>
        </a:p>
      </dsp:txBody>
      <dsp:txXfrm>
        <a:off x="3631815" y="163970"/>
        <a:ext cx="693755" cy="693755"/>
      </dsp:txXfrm>
    </dsp:sp>
    <dsp:sp modelId="{72B98C3D-D3E4-4540-96C2-646875EFD040}">
      <dsp:nvSpPr>
        <dsp:cNvPr id="0" name=""/>
        <dsp:cNvSpPr/>
      </dsp:nvSpPr>
      <dsp:spPr>
        <a:xfrm rot="18600000">
          <a:off x="4171567" y="1635118"/>
          <a:ext cx="842550" cy="22193"/>
        </a:xfrm>
        <a:custGeom>
          <a:avLst/>
          <a:gdLst/>
          <a:ahLst/>
          <a:cxnLst/>
          <a:rect l="0" t="0" r="0" b="0"/>
          <a:pathLst>
            <a:path>
              <a:moveTo>
                <a:pt x="0" y="11096"/>
              </a:moveTo>
              <a:lnTo>
                <a:pt x="842550" y="11096"/>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GB" sz="1400" b="1" kern="1200">
            <a:solidFill>
              <a:schemeClr val="tx1"/>
            </a:solidFill>
          </a:endParaRPr>
        </a:p>
      </dsp:txBody>
      <dsp:txXfrm>
        <a:off x="4571779" y="1625151"/>
        <a:ext cx="42127" cy="42127"/>
      </dsp:txXfrm>
    </dsp:sp>
    <dsp:sp modelId="{B30A1527-F3DA-461F-AFC5-EF69F85472F1}">
      <dsp:nvSpPr>
        <dsp:cNvPr id="0" name=""/>
        <dsp:cNvSpPr/>
      </dsp:nvSpPr>
      <dsp:spPr>
        <a:xfrm>
          <a:off x="4688399" y="457149"/>
          <a:ext cx="981119" cy="981119"/>
        </a:xfrm>
        <a:prstGeom prst="ellips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a:solidFill>
                <a:schemeClr val="tx1"/>
              </a:solidFill>
            </a:rPr>
            <a:t>Improve physical function</a:t>
          </a:r>
        </a:p>
      </dsp:txBody>
      <dsp:txXfrm>
        <a:off x="4832081" y="600831"/>
        <a:ext cx="693755" cy="693755"/>
      </dsp:txXfrm>
    </dsp:sp>
    <dsp:sp modelId="{E225FBF8-D068-4853-8B33-BD894A0F69EA}">
      <dsp:nvSpPr>
        <dsp:cNvPr id="0" name=""/>
        <dsp:cNvSpPr/>
      </dsp:nvSpPr>
      <dsp:spPr>
        <a:xfrm rot="21000000">
          <a:off x="4580442" y="2193939"/>
          <a:ext cx="759829" cy="22193"/>
        </a:xfrm>
        <a:custGeom>
          <a:avLst/>
          <a:gdLst/>
          <a:ahLst/>
          <a:cxnLst/>
          <a:rect l="0" t="0" r="0" b="0"/>
          <a:pathLst>
            <a:path>
              <a:moveTo>
                <a:pt x="0" y="11096"/>
              </a:moveTo>
              <a:lnTo>
                <a:pt x="759829" y="11096"/>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GB" sz="1400" b="1" kern="1200">
            <a:solidFill>
              <a:schemeClr val="tx1"/>
            </a:solidFill>
          </a:endParaRPr>
        </a:p>
      </dsp:txBody>
      <dsp:txXfrm>
        <a:off x="4941361" y="2186040"/>
        <a:ext cx="37991" cy="37991"/>
      </dsp:txXfrm>
    </dsp:sp>
    <dsp:sp modelId="{C69E406F-5A73-4645-91F6-4BA6FC2DE630}">
      <dsp:nvSpPr>
        <dsp:cNvPr id="0" name=""/>
        <dsp:cNvSpPr/>
      </dsp:nvSpPr>
      <dsp:spPr>
        <a:xfrm>
          <a:off x="5327047" y="1563320"/>
          <a:ext cx="981119" cy="981119"/>
        </a:xfrm>
        <a:prstGeom prst="ellips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a:solidFill>
                <a:schemeClr val="tx1"/>
              </a:solidFill>
            </a:rPr>
            <a:t>Improve social function</a:t>
          </a:r>
        </a:p>
      </dsp:txBody>
      <dsp:txXfrm>
        <a:off x="5470729" y="1707002"/>
        <a:ext cx="693755" cy="693755"/>
      </dsp:txXfrm>
    </dsp:sp>
    <dsp:sp modelId="{66898AEE-A459-4D27-910B-185D33033CCF}">
      <dsp:nvSpPr>
        <dsp:cNvPr id="0" name=""/>
        <dsp:cNvSpPr/>
      </dsp:nvSpPr>
      <dsp:spPr>
        <a:xfrm rot="1800000">
          <a:off x="4427492" y="2856180"/>
          <a:ext cx="796856" cy="22193"/>
        </a:xfrm>
        <a:custGeom>
          <a:avLst/>
          <a:gdLst/>
          <a:ahLst/>
          <a:cxnLst/>
          <a:rect l="0" t="0" r="0" b="0"/>
          <a:pathLst>
            <a:path>
              <a:moveTo>
                <a:pt x="0" y="11096"/>
              </a:moveTo>
              <a:lnTo>
                <a:pt x="796856" y="11096"/>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GB" sz="1400" b="1" kern="1200">
            <a:solidFill>
              <a:schemeClr val="tx1"/>
            </a:solidFill>
          </a:endParaRPr>
        </a:p>
      </dsp:txBody>
      <dsp:txXfrm>
        <a:off x="4805999" y="2847356"/>
        <a:ext cx="39842" cy="39842"/>
      </dsp:txXfrm>
    </dsp:sp>
    <dsp:sp modelId="{DF7873AC-9761-4FD5-88AF-AB9E0C55DB2C}">
      <dsp:nvSpPr>
        <dsp:cNvPr id="0" name=""/>
        <dsp:cNvSpPr/>
      </dsp:nvSpPr>
      <dsp:spPr>
        <a:xfrm>
          <a:off x="5105247" y="2821211"/>
          <a:ext cx="981119" cy="981119"/>
        </a:xfrm>
        <a:prstGeom prst="ellips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a:solidFill>
                <a:schemeClr val="tx1"/>
              </a:solidFill>
            </a:rPr>
            <a:t>Re-enable</a:t>
          </a:r>
        </a:p>
      </dsp:txBody>
      <dsp:txXfrm>
        <a:off x="5248929" y="2964893"/>
        <a:ext cx="693755" cy="693755"/>
      </dsp:txXfrm>
    </dsp:sp>
    <dsp:sp modelId="{176A7FC0-8BAF-4B1E-9106-45199579A6C5}">
      <dsp:nvSpPr>
        <dsp:cNvPr id="0" name=""/>
        <dsp:cNvSpPr/>
      </dsp:nvSpPr>
      <dsp:spPr>
        <a:xfrm rot="4200000">
          <a:off x="3862486" y="3249656"/>
          <a:ext cx="874910" cy="22193"/>
        </a:xfrm>
        <a:custGeom>
          <a:avLst/>
          <a:gdLst/>
          <a:ahLst/>
          <a:cxnLst/>
          <a:rect l="0" t="0" r="0" b="0"/>
          <a:pathLst>
            <a:path>
              <a:moveTo>
                <a:pt x="0" y="11096"/>
              </a:moveTo>
              <a:lnTo>
                <a:pt x="874910" y="11096"/>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GB" sz="1400" b="1" kern="1200">
            <a:solidFill>
              <a:schemeClr val="tx1"/>
            </a:solidFill>
          </a:endParaRPr>
        </a:p>
      </dsp:txBody>
      <dsp:txXfrm>
        <a:off x="4278069" y="3238880"/>
        <a:ext cx="43745" cy="43745"/>
      </dsp:txXfrm>
    </dsp:sp>
    <dsp:sp modelId="{A03D09FD-9BAE-4BE0-93ED-EF8D842C159F}">
      <dsp:nvSpPr>
        <dsp:cNvPr id="0" name=""/>
        <dsp:cNvSpPr/>
      </dsp:nvSpPr>
      <dsp:spPr>
        <a:xfrm>
          <a:off x="4126781" y="3642241"/>
          <a:ext cx="981119" cy="981119"/>
        </a:xfrm>
        <a:prstGeom prst="ellips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a:solidFill>
                <a:schemeClr val="tx1"/>
              </a:solidFill>
            </a:rPr>
            <a:t>Increase muscle strength</a:t>
          </a:r>
        </a:p>
      </dsp:txBody>
      <dsp:txXfrm>
        <a:off x="4270463" y="3785923"/>
        <a:ext cx="693755" cy="693755"/>
      </dsp:txXfrm>
    </dsp:sp>
    <dsp:sp modelId="{E55EA1FF-C7A2-4006-814A-C0017243389B}">
      <dsp:nvSpPr>
        <dsp:cNvPr id="0" name=""/>
        <dsp:cNvSpPr/>
      </dsp:nvSpPr>
      <dsp:spPr>
        <a:xfrm rot="6600000">
          <a:off x="3219989" y="3249656"/>
          <a:ext cx="874910" cy="22193"/>
        </a:xfrm>
        <a:custGeom>
          <a:avLst/>
          <a:gdLst/>
          <a:ahLst/>
          <a:cxnLst/>
          <a:rect l="0" t="0" r="0" b="0"/>
          <a:pathLst>
            <a:path>
              <a:moveTo>
                <a:pt x="0" y="11096"/>
              </a:moveTo>
              <a:lnTo>
                <a:pt x="874910" y="11096"/>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GB" sz="1400" b="1" kern="1200">
            <a:solidFill>
              <a:schemeClr val="tx1"/>
            </a:solidFill>
          </a:endParaRPr>
        </a:p>
      </dsp:txBody>
      <dsp:txXfrm rot="10800000">
        <a:off x="3635572" y="3238880"/>
        <a:ext cx="43745" cy="43745"/>
      </dsp:txXfrm>
    </dsp:sp>
    <dsp:sp modelId="{DFD5071C-0CB7-4EAB-A8EB-8F6035C1BDC7}">
      <dsp:nvSpPr>
        <dsp:cNvPr id="0" name=""/>
        <dsp:cNvSpPr/>
      </dsp:nvSpPr>
      <dsp:spPr>
        <a:xfrm>
          <a:off x="2849485" y="3642241"/>
          <a:ext cx="981119" cy="981119"/>
        </a:xfrm>
        <a:prstGeom prst="ellips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a:solidFill>
                <a:schemeClr val="tx1"/>
              </a:solidFill>
            </a:rPr>
            <a:t>Increase joint range</a:t>
          </a:r>
        </a:p>
      </dsp:txBody>
      <dsp:txXfrm>
        <a:off x="2993167" y="3785923"/>
        <a:ext cx="693755" cy="693755"/>
      </dsp:txXfrm>
    </dsp:sp>
    <dsp:sp modelId="{67924CC1-3251-4A03-90A4-D464325ED565}">
      <dsp:nvSpPr>
        <dsp:cNvPr id="0" name=""/>
        <dsp:cNvSpPr/>
      </dsp:nvSpPr>
      <dsp:spPr>
        <a:xfrm rot="9000000">
          <a:off x="2733037" y="2856180"/>
          <a:ext cx="796856" cy="22193"/>
        </a:xfrm>
        <a:custGeom>
          <a:avLst/>
          <a:gdLst/>
          <a:ahLst/>
          <a:cxnLst/>
          <a:rect l="0" t="0" r="0" b="0"/>
          <a:pathLst>
            <a:path>
              <a:moveTo>
                <a:pt x="0" y="11096"/>
              </a:moveTo>
              <a:lnTo>
                <a:pt x="796856" y="11096"/>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GB" sz="1400" b="1" kern="1200">
            <a:solidFill>
              <a:schemeClr val="tx1"/>
            </a:solidFill>
          </a:endParaRPr>
        </a:p>
      </dsp:txBody>
      <dsp:txXfrm rot="10800000">
        <a:off x="3111544" y="2847356"/>
        <a:ext cx="39842" cy="39842"/>
      </dsp:txXfrm>
    </dsp:sp>
    <dsp:sp modelId="{1564DEFF-DB7B-4584-BE50-FB944031AB56}">
      <dsp:nvSpPr>
        <dsp:cNvPr id="0" name=""/>
        <dsp:cNvSpPr/>
      </dsp:nvSpPr>
      <dsp:spPr>
        <a:xfrm>
          <a:off x="1871019" y="2821211"/>
          <a:ext cx="981119" cy="981119"/>
        </a:xfrm>
        <a:prstGeom prst="ellips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a:solidFill>
                <a:schemeClr val="tx1"/>
              </a:solidFill>
            </a:rPr>
            <a:t>Improve joint position sense</a:t>
          </a:r>
        </a:p>
      </dsp:txBody>
      <dsp:txXfrm>
        <a:off x="2014701" y="2964893"/>
        <a:ext cx="693755" cy="693755"/>
      </dsp:txXfrm>
    </dsp:sp>
    <dsp:sp modelId="{E6D36E0F-8912-428D-AE6F-BE8626633B6C}">
      <dsp:nvSpPr>
        <dsp:cNvPr id="0" name=""/>
        <dsp:cNvSpPr/>
      </dsp:nvSpPr>
      <dsp:spPr>
        <a:xfrm rot="11400000">
          <a:off x="2617114" y="2193939"/>
          <a:ext cx="759829" cy="22193"/>
        </a:xfrm>
        <a:custGeom>
          <a:avLst/>
          <a:gdLst/>
          <a:ahLst/>
          <a:cxnLst/>
          <a:rect l="0" t="0" r="0" b="0"/>
          <a:pathLst>
            <a:path>
              <a:moveTo>
                <a:pt x="0" y="11096"/>
              </a:moveTo>
              <a:lnTo>
                <a:pt x="759829" y="11096"/>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GB" sz="1400" b="1" kern="1200">
            <a:solidFill>
              <a:schemeClr val="tx1"/>
            </a:solidFill>
          </a:endParaRPr>
        </a:p>
      </dsp:txBody>
      <dsp:txXfrm rot="10800000">
        <a:off x="2978033" y="2186040"/>
        <a:ext cx="37991" cy="37991"/>
      </dsp:txXfrm>
    </dsp:sp>
    <dsp:sp modelId="{F5E0D053-009B-4526-957F-330A985AF9EC}">
      <dsp:nvSpPr>
        <dsp:cNvPr id="0" name=""/>
        <dsp:cNvSpPr/>
      </dsp:nvSpPr>
      <dsp:spPr>
        <a:xfrm>
          <a:off x="1649219" y="1563320"/>
          <a:ext cx="981119" cy="981119"/>
        </a:xfrm>
        <a:prstGeom prst="ellips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a:solidFill>
                <a:schemeClr val="tx1"/>
              </a:solidFill>
            </a:rPr>
            <a:t>Increase general fitness</a:t>
          </a:r>
        </a:p>
      </dsp:txBody>
      <dsp:txXfrm>
        <a:off x="1792901" y="1707002"/>
        <a:ext cx="693755" cy="693755"/>
      </dsp:txXfrm>
    </dsp:sp>
    <dsp:sp modelId="{2F88F871-CE81-40A0-80DA-C2C52F9B857F}">
      <dsp:nvSpPr>
        <dsp:cNvPr id="0" name=""/>
        <dsp:cNvSpPr/>
      </dsp:nvSpPr>
      <dsp:spPr>
        <a:xfrm rot="13800000">
          <a:off x="2971426" y="1648249"/>
          <a:ext cx="808269" cy="22193"/>
        </a:xfrm>
        <a:custGeom>
          <a:avLst/>
          <a:gdLst/>
          <a:ahLst/>
          <a:cxnLst/>
          <a:rect l="0" t="0" r="0" b="0"/>
          <a:pathLst>
            <a:path>
              <a:moveTo>
                <a:pt x="0" y="11096"/>
              </a:moveTo>
              <a:lnTo>
                <a:pt x="808269" y="11096"/>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GB" sz="1400" b="1" kern="1200">
            <a:solidFill>
              <a:schemeClr val="tx1"/>
            </a:solidFill>
          </a:endParaRPr>
        </a:p>
      </dsp:txBody>
      <dsp:txXfrm rot="10800000">
        <a:off x="3355354" y="1639139"/>
        <a:ext cx="40413" cy="40413"/>
      </dsp:txXfrm>
    </dsp:sp>
    <dsp:sp modelId="{FC71FC03-80E0-49AA-98F5-6488AF70D67D}">
      <dsp:nvSpPr>
        <dsp:cNvPr id="0" name=""/>
        <dsp:cNvSpPr/>
      </dsp:nvSpPr>
      <dsp:spPr>
        <a:xfrm>
          <a:off x="2189633" y="457149"/>
          <a:ext cx="1177589" cy="981119"/>
        </a:xfrm>
        <a:prstGeom prst="ellips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dirty="0">
              <a:solidFill>
                <a:schemeClr val="tx1"/>
              </a:solidFill>
            </a:rPr>
            <a:t>Improve mood and well-being</a:t>
          </a:r>
        </a:p>
      </dsp:txBody>
      <dsp:txXfrm>
        <a:off x="2362087" y="600831"/>
        <a:ext cx="832681" cy="693755"/>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77607" y="0"/>
            <a:ext cx="2889938" cy="496332"/>
          </a:xfrm>
          <a:prstGeom prst="rect">
            <a:avLst/>
          </a:prstGeom>
        </p:spPr>
        <p:txBody>
          <a:bodyPr vert="horz" lIns="91440" tIns="45720" rIns="91440" bIns="45720" rtlCol="0"/>
          <a:lstStyle>
            <a:lvl1pPr algn="r">
              <a:defRPr sz="1200"/>
            </a:lvl1pPr>
          </a:lstStyle>
          <a:p>
            <a:fld id="{A15CAD8B-1B90-4955-830A-A17A4142273D}" type="datetimeFigureOut">
              <a:rPr lang="en-GB" smtClean="0"/>
              <a:t>24/03/2026</a:t>
            </a:fld>
            <a:endParaRPr lang="en-GB"/>
          </a:p>
        </p:txBody>
      </p:sp>
      <p:sp>
        <p:nvSpPr>
          <p:cNvPr id="4" name="Footer Placeholder 3"/>
          <p:cNvSpPr>
            <a:spLocks noGrp="1"/>
          </p:cNvSpPr>
          <p:nvPr>
            <p:ph type="ftr" sz="quarter" idx="2"/>
          </p:nvPr>
        </p:nvSpPr>
        <p:spPr>
          <a:xfrm>
            <a:off x="0" y="9428583"/>
            <a:ext cx="2889938" cy="496332"/>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77607" y="9428583"/>
            <a:ext cx="2889938" cy="496332"/>
          </a:xfrm>
          <a:prstGeom prst="rect">
            <a:avLst/>
          </a:prstGeom>
        </p:spPr>
        <p:txBody>
          <a:bodyPr vert="horz" lIns="91440" tIns="45720" rIns="91440" bIns="45720" rtlCol="0" anchor="b"/>
          <a:lstStyle>
            <a:lvl1pPr algn="r">
              <a:defRPr sz="1200"/>
            </a:lvl1pPr>
          </a:lstStyle>
          <a:p>
            <a:fld id="{37C15364-50B5-4469-8E9A-1D77C479025E}" type="slidenum">
              <a:rPr lang="en-GB" smtClean="0"/>
              <a:t>‹#›</a:t>
            </a:fld>
            <a:endParaRPr lang="en-GB"/>
          </a:p>
        </p:txBody>
      </p:sp>
    </p:spTree>
    <p:extLst>
      <p:ext uri="{BB962C8B-B14F-4D97-AF65-F5344CB8AC3E}">
        <p14:creationId xmlns:p14="http://schemas.microsoft.com/office/powerpoint/2010/main" val="514228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777607" y="0"/>
            <a:ext cx="2889938" cy="496332"/>
          </a:xfrm>
          <a:prstGeom prst="rect">
            <a:avLst/>
          </a:prstGeom>
        </p:spPr>
        <p:txBody>
          <a:bodyPr vert="horz" lIns="91440" tIns="45720" rIns="91440" bIns="45720" rtlCol="0"/>
          <a:lstStyle>
            <a:lvl1pPr algn="r">
              <a:defRPr sz="1200"/>
            </a:lvl1pPr>
          </a:lstStyle>
          <a:p>
            <a:fld id="{7540F35C-D78E-46B0-A305-CED1AEDC5EAB}" type="datetimeFigureOut">
              <a:rPr lang="en-GB" smtClean="0"/>
              <a:t>24/03/2026</a:t>
            </a:fld>
            <a:endParaRPr lang="en-GB"/>
          </a:p>
        </p:txBody>
      </p:sp>
      <p:sp>
        <p:nvSpPr>
          <p:cNvPr id="4" name="Slide Image Placeholder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6909" y="4715153"/>
            <a:ext cx="5335270" cy="44669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3"/>
            <a:ext cx="2889938" cy="496332"/>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777607" y="9428583"/>
            <a:ext cx="2889938" cy="496332"/>
          </a:xfrm>
          <a:prstGeom prst="rect">
            <a:avLst/>
          </a:prstGeom>
        </p:spPr>
        <p:txBody>
          <a:bodyPr vert="horz" lIns="91440" tIns="45720" rIns="91440" bIns="45720" rtlCol="0" anchor="b"/>
          <a:lstStyle>
            <a:lvl1pPr algn="r">
              <a:defRPr sz="1200"/>
            </a:lvl1pPr>
          </a:lstStyle>
          <a:p>
            <a:fld id="{D67CB9D8-2FA6-4E78-B409-8AA1DCA7615E}" type="slidenum">
              <a:rPr lang="en-GB" smtClean="0"/>
              <a:t>‹#›</a:t>
            </a:fld>
            <a:endParaRPr lang="en-GB"/>
          </a:p>
        </p:txBody>
      </p:sp>
    </p:spTree>
    <p:extLst>
      <p:ext uri="{BB962C8B-B14F-4D97-AF65-F5344CB8AC3E}">
        <p14:creationId xmlns:p14="http://schemas.microsoft.com/office/powerpoint/2010/main" val="1460426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When you have RA, your immune system attacks the lining of your joints (the synovial lining) hence the term Auto-immune disease.</a:t>
            </a:r>
            <a:endParaRPr lang="en-GB" dirty="0"/>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RA is a </a:t>
            </a:r>
            <a:r>
              <a:rPr lang="en-GB" sz="1200" b="1" i="0" kern="1200" dirty="0">
                <a:solidFill>
                  <a:schemeClr val="tx1"/>
                </a:solidFill>
                <a:effectLst/>
                <a:latin typeface="+mn-lt"/>
                <a:ea typeface="+mn-ea"/>
                <a:cs typeface="+mn-cs"/>
              </a:rPr>
              <a:t>systemic</a:t>
            </a:r>
            <a:r>
              <a:rPr lang="en-GB" sz="1200" b="0" i="0" kern="1200" dirty="0">
                <a:solidFill>
                  <a:schemeClr val="tx1"/>
                </a:solidFill>
                <a:effectLst/>
                <a:latin typeface="+mn-lt"/>
                <a:ea typeface="+mn-ea"/>
                <a:cs typeface="+mn-cs"/>
              </a:rPr>
              <a:t> disease, meaning that it doesn’t just affect joints. RA can affect a person’s whole system, including organs such as the lungs, heart and eyes.</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It tends to affect the small joints of the hands and feet first – often the knuckle joints in the fingers.  It is described as a </a:t>
            </a:r>
            <a:r>
              <a:rPr lang="en-GB" sz="1200" b="1" i="0" kern="1200" dirty="0">
                <a:solidFill>
                  <a:schemeClr val="tx1"/>
                </a:solidFill>
                <a:effectLst/>
                <a:latin typeface="+mn-lt"/>
                <a:ea typeface="+mn-ea"/>
                <a:cs typeface="+mn-cs"/>
              </a:rPr>
              <a:t>polyarthritis</a:t>
            </a:r>
            <a:r>
              <a:rPr lang="en-GB" sz="1200" b="0" i="0" kern="1200" dirty="0">
                <a:solidFill>
                  <a:schemeClr val="tx1"/>
                </a:solidFill>
                <a:effectLst/>
                <a:latin typeface="+mn-lt"/>
                <a:ea typeface="+mn-ea"/>
                <a:cs typeface="+mn-cs"/>
              </a:rPr>
              <a:t>, meaning that many joints can be inflamed</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As the disease progresses can lead to joint deformity/</a:t>
            </a:r>
            <a:r>
              <a:rPr lang="en-GB" sz="1200" b="0" i="0" kern="1200" baseline="0" dirty="0">
                <a:solidFill>
                  <a:schemeClr val="tx1"/>
                </a:solidFill>
                <a:effectLst/>
                <a:latin typeface="+mn-lt"/>
                <a:ea typeface="+mn-ea"/>
                <a:cs typeface="+mn-cs"/>
              </a:rPr>
              <a:t> affect organs can be very </a:t>
            </a:r>
            <a:r>
              <a:rPr lang="en-GB" sz="1200" b="0" i="0" kern="1200" baseline="0" dirty="0" err="1">
                <a:solidFill>
                  <a:schemeClr val="tx1"/>
                </a:solidFill>
                <a:effectLst/>
                <a:latin typeface="+mn-lt"/>
                <a:ea typeface="+mn-ea"/>
                <a:cs typeface="+mn-cs"/>
              </a:rPr>
              <a:t>very</a:t>
            </a:r>
            <a:r>
              <a:rPr lang="en-GB" sz="1200" b="0" i="0" kern="1200" baseline="0" dirty="0">
                <a:solidFill>
                  <a:schemeClr val="tx1"/>
                </a:solidFill>
                <a:effectLst/>
                <a:latin typeface="+mn-lt"/>
                <a:ea typeface="+mn-ea"/>
                <a:cs typeface="+mn-cs"/>
              </a:rPr>
              <a:t> debilitating. </a:t>
            </a:r>
            <a:endParaRPr lang="en-GB" sz="1200" b="0" i="0" kern="1200" dirty="0">
              <a:solidFill>
                <a:schemeClr val="tx1"/>
              </a:solidFill>
              <a:effectLst/>
              <a:latin typeface="+mn-lt"/>
              <a:ea typeface="+mn-ea"/>
              <a:cs typeface="+mn-cs"/>
            </a:endParaRPr>
          </a:p>
          <a:p>
            <a:endParaRPr lang="en-GB" dirty="0"/>
          </a:p>
          <a:p>
            <a:r>
              <a:rPr lang="en-GB" baseline="0" dirty="0"/>
              <a:t>Arthritis Research UK.  Possible leaflets, Useful for your patients.</a:t>
            </a:r>
          </a:p>
          <a:p>
            <a:r>
              <a:rPr lang="en-GB" baseline="0" dirty="0"/>
              <a:t>Royal National Mineral Hospital website: Useful</a:t>
            </a:r>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8A5C09-C631-4BD9-9527-A040B29D7262}"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93152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 important feature of rheumatoid arthritis, is synovitis: pain, swelling and possibly redness around your joints.  Hands and feet are often affected first, though RA can start in any joint. stiffness in your joints when you get up in the morning or after sitting for a while, which lasts for more than 30 minutes and has no other obvious cause</a:t>
            </a:r>
            <a:r>
              <a:rPr lang="en-GB" baseline="0" dirty="0"/>
              <a:t> </a:t>
            </a:r>
            <a:r>
              <a:rPr lang="en-GB" dirty="0"/>
              <a:t>fatigue that’s more than just normal tiredness</a:t>
            </a:r>
          </a:p>
          <a:p>
            <a:endParaRPr lang="en-GB" altLang="en-US" sz="1200" dirty="0"/>
          </a:p>
          <a:p>
            <a:r>
              <a:rPr lang="en-GB" altLang="en-US" sz="1200" dirty="0"/>
              <a:t>DAS: </a:t>
            </a:r>
            <a:r>
              <a:rPr lang="en-US" altLang="en-US" sz="1200" dirty="0"/>
              <a:t> An assessment looking at the number of tender and swollen joints (out of the 28), the erythrocyte sedimentation rate (ESR) or C reactive protein (CRP) both of which measure the degree of inflammation in the blood, and the patient’s ‘global assessment of health' (indicated by marking a 10 cm line between very good and very bad). These results are then fed into a formula to produce the overall disease activity score. A DAS28 of greater than 5.1 implies active disease, less than 3.2 well controlled disease, and less than 2.6 remission.</a:t>
            </a:r>
          </a:p>
          <a:p>
            <a:endParaRPr lang="en-GB" dirty="0"/>
          </a:p>
          <a:p>
            <a:r>
              <a:rPr lang="en-GB" dirty="0"/>
              <a:t>In the foot for example, can lead to changes in the shape of the foot and most important of which are dorsal subluxation of the toes and toes deformity. Plantar prominence of the metatarsal heads and anterior displacement of the plantar fat pad which leaves the metatarsals head without cushioning. This is just in the feet.</a:t>
            </a:r>
          </a:p>
          <a:p>
            <a:endParaRPr lang="en-GB" dirty="0"/>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8A5C09-C631-4BD9-9527-A040B29D7262}"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16394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MDT:</a:t>
            </a:r>
            <a:r>
              <a:rPr lang="en-GB" baseline="0"/>
              <a:t> </a:t>
            </a:r>
            <a:r>
              <a:rPr lang="en-GB"/>
              <a:t>treatment in general is to</a:t>
            </a:r>
            <a:r>
              <a:rPr lang="en-GB" baseline="0"/>
              <a:t> help</a:t>
            </a:r>
            <a:r>
              <a:rPr lang="en-GB"/>
              <a:t> remission – a state - no or minimal inflammation in the joints and the body. There are a lot of different treatment options for people with rheumatoid arthritis</a:t>
            </a:r>
          </a:p>
          <a:p>
            <a:endParaRPr lang="en-GB"/>
          </a:p>
          <a:p>
            <a:r>
              <a:rPr lang="en-GB"/>
              <a:t>Usually, the first treatment will be a traditional medicine called a conventional synthetic disease-modifying </a:t>
            </a:r>
            <a:r>
              <a:rPr lang="en-GB" err="1"/>
              <a:t>antirheumatic</a:t>
            </a:r>
            <a:r>
              <a:rPr lang="en-GB"/>
              <a:t> drug (shortened to DMARD’s). This group includes methotrexate. Monitored regularly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8A5C09-C631-4BD9-9527-A040B29D7262}"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76947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Complex multifactorial disease. Affecting both weight-bearing and non-weight bearing joints.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Affects the Articular cartilage but also the subchondral bone of a synovial joint.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What it is not: ‘Wear and Tear’  Predominantly involving </a:t>
            </a:r>
            <a:r>
              <a:rPr lang="en-GB" sz="1200" b="1" i="0" kern="1200" dirty="0">
                <a:solidFill>
                  <a:schemeClr val="tx1"/>
                </a:solidFill>
                <a:effectLst/>
                <a:latin typeface="+mn-lt"/>
                <a:ea typeface="+mn-ea"/>
                <a:cs typeface="+mn-cs"/>
              </a:rPr>
              <a:t>the protective layer on the ends of bones — wore down after years of use. Just not the case</a:t>
            </a:r>
            <a:endParaRPr lang="en-GB" b="1" dirty="0"/>
          </a:p>
          <a:p>
            <a:endParaRPr lang="en-GB" dirty="0"/>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67CB9D8-2FA6-4E78-B409-8AA1DCA7615E}" type="slidenum">
              <a:rPr kumimoji="0" lang="en-GB" sz="1200" b="0" i="0" u="none" strike="noStrike" kern="1200" cap="none" spc="0" normalizeH="0" baseline="0" noProof="0" smtClean="0">
                <a:ln>
                  <a:noFill/>
                </a:ln>
                <a:solidFill>
                  <a:prstClr val="black"/>
                </a:solidFill>
                <a:effectLst/>
                <a:uLnTx/>
                <a:uFillTx/>
                <a:latin typeface="Arial"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8761526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eaLnBrk="1" fontAlgn="ctr" latinLnBrk="0" hangingPunct="1"/>
            <a:r>
              <a:rPr lang="en-GB" dirty="0"/>
              <a:t>Common sites where you might see these changes include: </a:t>
            </a:r>
            <a:r>
              <a:rPr lang="en-GB" sz="1200" b="0" i="0" u="none" strike="noStrike" kern="1200" dirty="0">
                <a:solidFill>
                  <a:schemeClr val="tx1"/>
                </a:solidFill>
                <a:effectLst/>
                <a:latin typeface="+mn-lt"/>
                <a:ea typeface="+mn-ea"/>
                <a:cs typeface="+mn-cs"/>
              </a:rPr>
              <a:t>Knee/Hip</a:t>
            </a:r>
          </a:p>
          <a:p>
            <a:pPr rtl="0" eaLnBrk="1" fontAlgn="ctr" latinLnBrk="0" hangingPunct="1"/>
            <a:r>
              <a:rPr lang="en-GB" sz="1200" b="0" i="0" u="none" strike="noStrike" kern="1200" dirty="0">
                <a:solidFill>
                  <a:schemeClr val="tx1"/>
                </a:solidFill>
                <a:effectLst/>
                <a:latin typeface="+mn-lt"/>
                <a:ea typeface="+mn-ea"/>
                <a:cs typeface="+mn-cs"/>
              </a:rPr>
              <a:t>Then Hand and wrist then Foot and ankle  Nb Not just the WB joints. </a:t>
            </a:r>
          </a:p>
          <a:p>
            <a:endParaRPr lang="en-GB" dirty="0"/>
          </a:p>
        </p:txBody>
      </p:sp>
      <p:sp>
        <p:nvSpPr>
          <p:cNvPr id="4" name="Slide Number Placeholder 3"/>
          <p:cNvSpPr>
            <a:spLocks noGrp="1"/>
          </p:cNvSpPr>
          <p:nvPr>
            <p:ph type="sldNum" sz="quarter" idx="5"/>
          </p:nvPr>
        </p:nvSpPr>
        <p:spPr/>
        <p:txBody>
          <a:bodyPr/>
          <a:lstStyle/>
          <a:p>
            <a:fld id="{D67CB9D8-2FA6-4E78-B409-8AA1DCA7615E}" type="slidenum">
              <a:rPr lang="en-GB" smtClean="0"/>
              <a:t>15</a:t>
            </a:fld>
            <a:endParaRPr lang="en-GB"/>
          </a:p>
        </p:txBody>
      </p:sp>
    </p:spTree>
    <p:extLst>
      <p:ext uri="{BB962C8B-B14F-4D97-AF65-F5344CB8AC3E}">
        <p14:creationId xmlns:p14="http://schemas.microsoft.com/office/powerpoint/2010/main" val="1675477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Example Hip Joint: Note that it Links well with ortho </a:t>
            </a:r>
            <a:r>
              <a:rPr lang="en-GB" err="1"/>
              <a:t>powerpoint</a:t>
            </a:r>
            <a:r>
              <a:rPr lang="en-GB"/>
              <a:t>. </a:t>
            </a:r>
          </a:p>
        </p:txBody>
      </p:sp>
      <p:sp>
        <p:nvSpPr>
          <p:cNvPr id="4" name="Slide Number Placeholder 3"/>
          <p:cNvSpPr>
            <a:spLocks noGrp="1"/>
          </p:cNvSpPr>
          <p:nvPr>
            <p:ph type="sldNum" sz="quarter" idx="5"/>
          </p:nvPr>
        </p:nvSpPr>
        <p:spPr/>
        <p:txBody>
          <a:bodyPr/>
          <a:lstStyle/>
          <a:p>
            <a:fld id="{D67CB9D8-2FA6-4E78-B409-8AA1DCA7615E}" type="slidenum">
              <a:rPr lang="en-GB" smtClean="0"/>
              <a:t>17</a:t>
            </a:fld>
            <a:endParaRPr lang="en-GB"/>
          </a:p>
        </p:txBody>
      </p:sp>
    </p:spTree>
    <p:extLst>
      <p:ext uri="{BB962C8B-B14F-4D97-AF65-F5344CB8AC3E}">
        <p14:creationId xmlns:p14="http://schemas.microsoft.com/office/powerpoint/2010/main" val="36561737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Age: Maybe due to loss of Muscle bulk/ decrease activity/ Weight gain</a:t>
            </a:r>
          </a:p>
          <a:p>
            <a:r>
              <a:rPr lang="en-GB"/>
              <a:t>Trauma: Fractures through the articulating surfaces increases risk of OA surfaces / ruptured ACL another example. </a:t>
            </a:r>
          </a:p>
          <a:p>
            <a:r>
              <a:rPr lang="en-GB"/>
              <a:t>Gender: Females: After the menopause: Could also be linked with higher levels of adipose tissue in females BMI</a:t>
            </a:r>
          </a:p>
          <a:p>
            <a:r>
              <a:rPr lang="en-GB"/>
              <a:t>Weight unclear: mechanical overloading and the systemic metabolic alterations with chronic low grade inflammation that is characterised with Obesity. </a:t>
            </a:r>
          </a:p>
        </p:txBody>
      </p:sp>
      <p:sp>
        <p:nvSpPr>
          <p:cNvPr id="4" name="Slide Number Placeholder 3"/>
          <p:cNvSpPr>
            <a:spLocks noGrp="1"/>
          </p:cNvSpPr>
          <p:nvPr>
            <p:ph type="sldNum" sz="quarter" idx="5"/>
          </p:nvPr>
        </p:nvSpPr>
        <p:spPr/>
        <p:txBody>
          <a:bodyPr/>
          <a:lstStyle/>
          <a:p>
            <a:fld id="{D67CB9D8-2FA6-4E78-B409-8AA1DCA7615E}" type="slidenum">
              <a:rPr lang="en-GB" smtClean="0"/>
              <a:t>18</a:t>
            </a:fld>
            <a:endParaRPr lang="en-GB"/>
          </a:p>
        </p:txBody>
      </p:sp>
    </p:spTree>
    <p:extLst>
      <p:ext uri="{BB962C8B-B14F-4D97-AF65-F5344CB8AC3E}">
        <p14:creationId xmlns:p14="http://schemas.microsoft.com/office/powerpoint/2010/main" val="21552162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As mentioned x-rays might not be that useful. Could be used to rule other aspects out? </a:t>
            </a:r>
          </a:p>
        </p:txBody>
      </p:sp>
      <p:sp>
        <p:nvSpPr>
          <p:cNvPr id="4" name="Slide Number Placeholder 3"/>
          <p:cNvSpPr>
            <a:spLocks noGrp="1"/>
          </p:cNvSpPr>
          <p:nvPr>
            <p:ph type="sldNum" sz="quarter" idx="5"/>
          </p:nvPr>
        </p:nvSpPr>
        <p:spPr/>
        <p:txBody>
          <a:bodyPr/>
          <a:lstStyle/>
          <a:p>
            <a:fld id="{D67CB9D8-2FA6-4E78-B409-8AA1DCA7615E}" type="slidenum">
              <a:rPr lang="en-GB" smtClean="0"/>
              <a:t>19</a:t>
            </a:fld>
            <a:endParaRPr lang="en-GB"/>
          </a:p>
        </p:txBody>
      </p:sp>
    </p:spTree>
    <p:extLst>
      <p:ext uri="{BB962C8B-B14F-4D97-AF65-F5344CB8AC3E}">
        <p14:creationId xmlns:p14="http://schemas.microsoft.com/office/powerpoint/2010/main" val="16961410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67CB9D8-2FA6-4E78-B409-8AA1DCA7615E}" type="slidenum">
              <a:rPr lang="en-GB" smtClean="0"/>
              <a:t>20</a:t>
            </a:fld>
            <a:endParaRPr lang="en-GB"/>
          </a:p>
        </p:txBody>
      </p:sp>
    </p:spTree>
    <p:extLst>
      <p:ext uri="{BB962C8B-B14F-4D97-AF65-F5344CB8AC3E}">
        <p14:creationId xmlns:p14="http://schemas.microsoft.com/office/powerpoint/2010/main" val="1707470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67CB9D8-2FA6-4E78-B409-8AA1DCA7615E}" type="slidenum">
              <a:rPr lang="en-GB" smtClean="0"/>
              <a:t>21</a:t>
            </a:fld>
            <a:endParaRPr lang="en-GB"/>
          </a:p>
        </p:txBody>
      </p:sp>
    </p:spTree>
    <p:extLst>
      <p:ext uri="{BB962C8B-B14F-4D97-AF65-F5344CB8AC3E}">
        <p14:creationId xmlns:p14="http://schemas.microsoft.com/office/powerpoint/2010/main" val="22000680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Barriers to rehab. </a:t>
            </a:r>
          </a:p>
        </p:txBody>
      </p:sp>
      <p:sp>
        <p:nvSpPr>
          <p:cNvPr id="4" name="Slide Number Placeholder 3"/>
          <p:cNvSpPr>
            <a:spLocks noGrp="1"/>
          </p:cNvSpPr>
          <p:nvPr>
            <p:ph type="sldNum" sz="quarter" idx="5"/>
          </p:nvPr>
        </p:nvSpPr>
        <p:spPr/>
        <p:txBody>
          <a:bodyPr/>
          <a:lstStyle/>
          <a:p>
            <a:fld id="{D67CB9D8-2FA6-4E78-B409-8AA1DCA7615E}" type="slidenum">
              <a:rPr lang="en-GB" smtClean="0"/>
              <a:t>22</a:t>
            </a:fld>
            <a:endParaRPr lang="en-GB"/>
          </a:p>
        </p:txBody>
      </p:sp>
    </p:spTree>
    <p:extLst>
      <p:ext uri="{BB962C8B-B14F-4D97-AF65-F5344CB8AC3E}">
        <p14:creationId xmlns:p14="http://schemas.microsoft.com/office/powerpoint/2010/main" val="23308647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core is what we will be doing. What we do. </a:t>
            </a:r>
          </a:p>
        </p:txBody>
      </p:sp>
      <p:sp>
        <p:nvSpPr>
          <p:cNvPr id="4" name="Slide Number Placeholder 3"/>
          <p:cNvSpPr>
            <a:spLocks noGrp="1"/>
          </p:cNvSpPr>
          <p:nvPr>
            <p:ph type="sldNum" sz="quarter" idx="5"/>
          </p:nvPr>
        </p:nvSpPr>
        <p:spPr/>
        <p:txBody>
          <a:bodyPr/>
          <a:lstStyle/>
          <a:p>
            <a:fld id="{D67CB9D8-2FA6-4E78-B409-8AA1DCA7615E}" type="slidenum">
              <a:rPr lang="en-GB" smtClean="0"/>
              <a:t>23</a:t>
            </a:fld>
            <a:endParaRPr lang="en-GB"/>
          </a:p>
        </p:txBody>
      </p:sp>
    </p:spTree>
    <p:extLst>
      <p:ext uri="{BB962C8B-B14F-4D97-AF65-F5344CB8AC3E}">
        <p14:creationId xmlns:p14="http://schemas.microsoft.com/office/powerpoint/2010/main" val="29204827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really does link back to the Introduction to THERAPEUTIC EXRECISE </a:t>
            </a:r>
            <a:r>
              <a:rPr lang="en-GB" err="1"/>
              <a:t>powerpoint</a:t>
            </a:r>
            <a:r>
              <a:rPr lang="en-GB"/>
              <a:t>. </a:t>
            </a:r>
          </a:p>
          <a:p>
            <a:endParaRPr lang="en-GB"/>
          </a:p>
          <a:p>
            <a:r>
              <a:rPr lang="en-GB"/>
              <a:t>We can see here that there are so many things which Exercise can be of benefit for. Physiological Affects and Psychosocial Affects​</a:t>
            </a:r>
          </a:p>
          <a:p>
            <a:endParaRPr lang="en-GB"/>
          </a:p>
          <a:p>
            <a:r>
              <a:rPr lang="en-GB"/>
              <a:t>Recent Conference I went to at the Etihad: Speaker Professor Karim Khan: Labelled a new term “</a:t>
            </a:r>
            <a:r>
              <a:rPr lang="en-GB" err="1"/>
              <a:t>Smokerdiabesity</a:t>
            </a:r>
            <a:r>
              <a:rPr lang="en-GB"/>
              <a:t>” (this was said with tongue and cheek). Highlighting that if you are in the lower 25% percentile of exercise then you are at a greater risk of dying than someone would had all three of the risk factors above. IE exercise is so important. </a:t>
            </a:r>
          </a:p>
        </p:txBody>
      </p:sp>
      <p:sp>
        <p:nvSpPr>
          <p:cNvPr id="4" name="Slide Number Placeholder 3"/>
          <p:cNvSpPr>
            <a:spLocks noGrp="1"/>
          </p:cNvSpPr>
          <p:nvPr>
            <p:ph type="sldNum" sz="quarter" idx="5"/>
          </p:nvPr>
        </p:nvSpPr>
        <p:spPr/>
        <p:txBody>
          <a:bodyPr/>
          <a:lstStyle/>
          <a:p>
            <a:fld id="{D67CB9D8-2FA6-4E78-B409-8AA1DCA7615E}" type="slidenum">
              <a:rPr lang="en-GB" smtClean="0"/>
              <a:t>24</a:t>
            </a:fld>
            <a:endParaRPr lang="en-GB"/>
          </a:p>
        </p:txBody>
      </p:sp>
    </p:spTree>
    <p:extLst>
      <p:ext uri="{BB962C8B-B14F-4D97-AF65-F5344CB8AC3E}">
        <p14:creationId xmlns:p14="http://schemas.microsoft.com/office/powerpoint/2010/main" val="12515053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aseline="0"/>
          </a:p>
          <a:p>
            <a:endParaRPr lang="en-GB" baseline="0"/>
          </a:p>
          <a:p>
            <a:endParaRPr lang="en-GB" baseline="0"/>
          </a:p>
          <a:p>
            <a:endParaRPr lang="en-GB"/>
          </a:p>
        </p:txBody>
      </p:sp>
      <p:sp>
        <p:nvSpPr>
          <p:cNvPr id="4" name="Slide Number Placeholder 3"/>
          <p:cNvSpPr>
            <a:spLocks noGrp="1"/>
          </p:cNvSpPr>
          <p:nvPr>
            <p:ph type="sldNum" sz="quarter" idx="10"/>
          </p:nvPr>
        </p:nvSpPr>
        <p:spPr/>
        <p:txBody>
          <a:bodyPr/>
          <a:lstStyle/>
          <a:p>
            <a:fld id="{D67CB9D8-2FA6-4E78-B409-8AA1DCA7615E}" type="slidenum">
              <a:rPr lang="en-GB" smtClean="0"/>
              <a:t>26</a:t>
            </a:fld>
            <a:endParaRPr lang="en-GB"/>
          </a:p>
        </p:txBody>
      </p:sp>
    </p:spTree>
    <p:extLst>
      <p:ext uri="{BB962C8B-B14F-4D97-AF65-F5344CB8AC3E}">
        <p14:creationId xmlns:p14="http://schemas.microsoft.com/office/powerpoint/2010/main" val="30560919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https://bnssg.sdmcharts.co.uk/</a:t>
            </a:r>
          </a:p>
          <a:p>
            <a:endParaRPr lang="en-GB"/>
          </a:p>
        </p:txBody>
      </p:sp>
      <p:sp>
        <p:nvSpPr>
          <p:cNvPr id="4" name="Slide Number Placeholder 3"/>
          <p:cNvSpPr>
            <a:spLocks noGrp="1"/>
          </p:cNvSpPr>
          <p:nvPr>
            <p:ph type="sldNum" sz="quarter" idx="5"/>
          </p:nvPr>
        </p:nvSpPr>
        <p:spPr/>
        <p:txBody>
          <a:bodyPr/>
          <a:lstStyle/>
          <a:p>
            <a:fld id="{D67CB9D8-2FA6-4E78-B409-8AA1DCA7615E}" type="slidenum">
              <a:rPr lang="en-GB" smtClean="0"/>
              <a:t>28</a:t>
            </a:fld>
            <a:endParaRPr lang="en-GB"/>
          </a:p>
        </p:txBody>
      </p:sp>
    </p:spTree>
    <p:extLst>
      <p:ext uri="{BB962C8B-B14F-4D97-AF65-F5344CB8AC3E}">
        <p14:creationId xmlns:p14="http://schemas.microsoft.com/office/powerpoint/2010/main" val="35877110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Main presentation title slide">
    <p:bg>
      <p:bgPr>
        <a:solidFill>
          <a:srgbClr val="1C9DAC"/>
        </a:solidFill>
        <a:effectLst/>
      </p:bgPr>
    </p:bg>
    <p:spTree>
      <p:nvGrpSpPr>
        <p:cNvPr id="1" name=""/>
        <p:cNvGrpSpPr/>
        <p:nvPr/>
      </p:nvGrpSpPr>
      <p:grpSpPr>
        <a:xfrm>
          <a:off x="0" y="0"/>
          <a:ext cx="0" cy="0"/>
          <a:chOff x="0" y="0"/>
          <a:chExt cx="0" cy="0"/>
        </a:xfrm>
      </p:grpSpPr>
      <p:pic>
        <p:nvPicPr>
          <p:cNvPr id="6" name="Picture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72200" y="-4228"/>
            <a:ext cx="2166937" cy="1085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Straight Connector 6"/>
          <p:cNvCxnSpPr/>
          <p:nvPr/>
        </p:nvCxnSpPr>
        <p:spPr>
          <a:xfrm>
            <a:off x="1919288" y="1989138"/>
            <a:ext cx="0" cy="3657600"/>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sp>
        <p:nvSpPr>
          <p:cNvPr id="15" name="Text Placeholder 14"/>
          <p:cNvSpPr>
            <a:spLocks noGrp="1"/>
          </p:cNvSpPr>
          <p:nvPr>
            <p:ph type="body" sz="quarter" idx="14"/>
          </p:nvPr>
        </p:nvSpPr>
        <p:spPr>
          <a:xfrm>
            <a:off x="2325600" y="1886400"/>
            <a:ext cx="6062750" cy="3774848"/>
          </a:xfrm>
          <a:prstGeom prst="rect">
            <a:avLst/>
          </a:prstGeom>
        </p:spPr>
        <p:txBody>
          <a:bodyPr lIns="0" tIns="0" rIns="0" bIns="0"/>
          <a:lstStyle>
            <a:lvl1pPr marL="0" indent="0">
              <a:lnSpc>
                <a:spcPts val="4800"/>
              </a:lnSpc>
              <a:spcBef>
                <a:spcPts val="0"/>
              </a:spcBef>
              <a:buFontTx/>
              <a:buNone/>
              <a:defRPr sz="4400" b="0" i="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a:t>Edit Master text styles</a:t>
            </a:r>
          </a:p>
        </p:txBody>
      </p:sp>
      <p:sp>
        <p:nvSpPr>
          <p:cNvPr id="18" name="Text Placeholder 14"/>
          <p:cNvSpPr>
            <a:spLocks noGrp="1"/>
          </p:cNvSpPr>
          <p:nvPr>
            <p:ph type="body" sz="quarter" idx="15"/>
          </p:nvPr>
        </p:nvSpPr>
        <p:spPr>
          <a:xfrm>
            <a:off x="640800" y="1972800"/>
            <a:ext cx="1219139" cy="358775"/>
          </a:xfrm>
          <a:prstGeom prst="rect">
            <a:avLst/>
          </a:prstGeom>
        </p:spPr>
        <p:txBody>
          <a:bodyPr lIns="0" tIns="0" rIns="0" bIns="0"/>
          <a:lstStyle>
            <a:lvl1pPr marL="0" indent="0">
              <a:lnSpc>
                <a:spcPts val="1300"/>
              </a:lnSpc>
              <a:spcBef>
                <a:spcPts val="0"/>
              </a:spcBef>
              <a:buFontTx/>
              <a:buNone/>
              <a:defRPr sz="1100" b="0" i="0">
                <a:solidFill>
                  <a:schemeClr val="bg1"/>
                </a:solidFill>
                <a:latin typeface="Tahoma"/>
                <a:ea typeface="Tahoma"/>
                <a:cs typeface="Tahoma"/>
              </a:defRPr>
            </a:lvl1pPr>
          </a:lstStyle>
          <a:p>
            <a:pPr lvl="0"/>
            <a:r>
              <a:rPr lang="en-US"/>
              <a:t>Edit Master text styles</a:t>
            </a:r>
          </a:p>
        </p:txBody>
      </p:sp>
      <p:sp>
        <p:nvSpPr>
          <p:cNvPr id="19" name="Text Placeholder 14"/>
          <p:cNvSpPr>
            <a:spLocks noGrp="1"/>
          </p:cNvSpPr>
          <p:nvPr>
            <p:ph type="body" sz="quarter" idx="16"/>
          </p:nvPr>
        </p:nvSpPr>
        <p:spPr>
          <a:xfrm>
            <a:off x="640800" y="2332800"/>
            <a:ext cx="1219139" cy="536400"/>
          </a:xfrm>
          <a:prstGeom prst="rect">
            <a:avLst/>
          </a:prstGeom>
        </p:spPr>
        <p:txBody>
          <a:bodyPr lIns="0" tIns="0" rIns="0" bIns="0"/>
          <a:lstStyle>
            <a:lvl1pPr marL="0" indent="0">
              <a:lnSpc>
                <a:spcPts val="1300"/>
              </a:lnSpc>
              <a:spcBef>
                <a:spcPts val="0"/>
              </a:spcBef>
              <a:buFontTx/>
              <a:buNone/>
              <a:defRPr sz="1100" b="1" i="0">
                <a:solidFill>
                  <a:schemeClr val="bg1"/>
                </a:solidFill>
                <a:latin typeface="Tahoma"/>
                <a:ea typeface="Tahoma"/>
                <a:cs typeface="Tahoma"/>
              </a:defRPr>
            </a:lvl1pPr>
          </a:lstStyle>
          <a:p>
            <a:pPr lvl="0"/>
            <a:r>
              <a:rPr lang="en-US"/>
              <a:t>Edit Master text styles</a:t>
            </a:r>
          </a:p>
        </p:txBody>
      </p:sp>
      <p:sp>
        <p:nvSpPr>
          <p:cNvPr id="20" name="Text Placeholder 14"/>
          <p:cNvSpPr>
            <a:spLocks noGrp="1"/>
          </p:cNvSpPr>
          <p:nvPr>
            <p:ph type="body" sz="quarter" idx="17"/>
          </p:nvPr>
        </p:nvSpPr>
        <p:spPr>
          <a:xfrm>
            <a:off x="640800" y="2876400"/>
            <a:ext cx="1219139" cy="695325"/>
          </a:xfrm>
          <a:prstGeom prst="rect">
            <a:avLst/>
          </a:prstGeom>
        </p:spPr>
        <p:txBody>
          <a:bodyPr lIns="0" tIns="0" rIns="0" bIns="0"/>
          <a:lstStyle>
            <a:lvl1pPr marL="0" indent="0">
              <a:lnSpc>
                <a:spcPts val="1300"/>
              </a:lnSpc>
              <a:spcBef>
                <a:spcPts val="0"/>
              </a:spcBef>
              <a:buFontTx/>
              <a:buNone/>
              <a:defRPr sz="1100" b="1" i="0">
                <a:solidFill>
                  <a:schemeClr val="bg1"/>
                </a:solidFill>
                <a:latin typeface="Tahoma"/>
                <a:ea typeface="Tahoma"/>
                <a:cs typeface="Tahoma"/>
              </a:defRPr>
            </a:lvl1pPr>
          </a:lstStyle>
          <a:p>
            <a:pPr lvl="0"/>
            <a:r>
              <a:rPr lang="en-US"/>
              <a:t>Edit Master text styles</a:t>
            </a:r>
          </a:p>
        </p:txBody>
      </p:sp>
      <p:sp>
        <p:nvSpPr>
          <p:cNvPr id="8" name="Text Placeholder 14"/>
          <p:cNvSpPr>
            <a:spLocks noGrp="1"/>
          </p:cNvSpPr>
          <p:nvPr>
            <p:ph type="body" sz="quarter" idx="18"/>
          </p:nvPr>
        </p:nvSpPr>
        <p:spPr>
          <a:xfrm>
            <a:off x="641268" y="5503482"/>
            <a:ext cx="1219139" cy="229774"/>
          </a:xfrm>
          <a:prstGeom prst="rect">
            <a:avLst/>
          </a:prstGeom>
        </p:spPr>
        <p:txBody>
          <a:bodyPr lIns="0" tIns="0" rIns="0" bIns="0"/>
          <a:lstStyle>
            <a:lvl1pPr marL="0" indent="0">
              <a:lnSpc>
                <a:spcPts val="1300"/>
              </a:lnSpc>
              <a:spcBef>
                <a:spcPts val="0"/>
              </a:spcBef>
              <a:buFontTx/>
              <a:buNone/>
              <a:defRPr sz="1100" b="0" i="0">
                <a:solidFill>
                  <a:schemeClr val="bg1"/>
                </a:solidFill>
                <a:latin typeface="Tahoma"/>
                <a:ea typeface="Tahoma"/>
                <a:cs typeface="Tahoma"/>
              </a:defRPr>
            </a:lvl1pPr>
          </a:lstStyle>
          <a:p>
            <a:pPr lvl="0"/>
            <a:r>
              <a:rPr lang="en-US"/>
              <a:t>Edit Master text styles</a:t>
            </a:r>
          </a:p>
        </p:txBody>
      </p:sp>
    </p:spTree>
    <p:extLst>
      <p:ext uri="{BB962C8B-B14F-4D97-AF65-F5344CB8AC3E}">
        <p14:creationId xmlns:p14="http://schemas.microsoft.com/office/powerpoint/2010/main" val="2324268106"/>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title and subhead">
    <p:spTree>
      <p:nvGrpSpPr>
        <p:cNvPr id="1" name=""/>
        <p:cNvGrpSpPr/>
        <p:nvPr/>
      </p:nvGrpSpPr>
      <p:grpSpPr>
        <a:xfrm>
          <a:off x="0" y="0"/>
          <a:ext cx="0" cy="0"/>
          <a:chOff x="0" y="0"/>
          <a:chExt cx="0" cy="0"/>
        </a:xfrm>
      </p:grpSpPr>
      <p:pic>
        <p:nvPicPr>
          <p:cNvPr id="4" name="Picture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152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5"/>
          <p:cNvSpPr>
            <a:spLocks noGrp="1"/>
          </p:cNvSpPr>
          <p:nvPr>
            <p:ph type="body" sz="quarter" idx="10"/>
          </p:nvPr>
        </p:nvSpPr>
        <p:spPr>
          <a:xfrm>
            <a:off x="899591" y="1890713"/>
            <a:ext cx="6515621" cy="1366120"/>
          </a:xfrm>
          <a:prstGeom prst="rect">
            <a:avLst/>
          </a:prstGeom>
          <a:solidFill>
            <a:schemeClr val="bg1"/>
          </a:solidFill>
          <a:ln w="34925">
            <a:solidFill>
              <a:schemeClr val="tx1"/>
            </a:solidFill>
          </a:ln>
        </p:spPr>
        <p:txBody>
          <a:bodyPr lIns="0" tIns="0" rIns="0" bIns="0"/>
          <a:lstStyle>
            <a:lvl1pPr marL="0" indent="0">
              <a:lnSpc>
                <a:spcPts val="4800"/>
              </a:lnSpc>
              <a:spcBef>
                <a:spcPts val="0"/>
              </a:spcBef>
              <a:buFontTx/>
              <a:buNone/>
              <a:defRPr sz="4400" b="0" i="0">
                <a:solidFill>
                  <a:srgbClr val="16818D"/>
                </a:solidFill>
                <a:latin typeface="+mn-lt"/>
                <a:ea typeface="Georgia"/>
                <a:cs typeface="Georgia"/>
              </a:defRPr>
            </a:lvl1pPr>
          </a:lstStyle>
          <a:p>
            <a:pPr lvl="0"/>
            <a:r>
              <a:rPr lang="en-US"/>
              <a:t>Edit Master text styles</a:t>
            </a:r>
          </a:p>
        </p:txBody>
      </p:sp>
      <p:sp>
        <p:nvSpPr>
          <p:cNvPr id="7" name="Text Placeholder 5"/>
          <p:cNvSpPr>
            <a:spLocks noGrp="1"/>
          </p:cNvSpPr>
          <p:nvPr>
            <p:ph type="body" sz="quarter" idx="11"/>
          </p:nvPr>
        </p:nvSpPr>
        <p:spPr>
          <a:xfrm>
            <a:off x="899592" y="4221163"/>
            <a:ext cx="6515620" cy="603104"/>
          </a:xfrm>
          <a:prstGeom prst="rect">
            <a:avLst/>
          </a:prstGeom>
        </p:spPr>
        <p:txBody>
          <a:bodyPr lIns="0" tIns="0" rIns="0" bIns="0"/>
          <a:lstStyle>
            <a:lvl1pPr marL="0" indent="0">
              <a:lnSpc>
                <a:spcPct val="100000"/>
              </a:lnSpc>
              <a:buFontTx/>
              <a:buNone/>
              <a:defRPr sz="1600" b="0" i="0">
                <a:solidFill>
                  <a:schemeClr val="tx1"/>
                </a:solidFill>
                <a:latin typeface="+mn-lt"/>
                <a:ea typeface="Tahoma"/>
                <a:cs typeface="Tahoma"/>
              </a:defRPr>
            </a:lvl1pPr>
          </a:lstStyle>
          <a:p>
            <a:pPr lvl="0"/>
            <a:r>
              <a:rPr lang="en-US"/>
              <a:t>Edit Master text styles</a:t>
            </a:r>
          </a:p>
        </p:txBody>
      </p:sp>
    </p:spTree>
    <p:extLst>
      <p:ext uri="{BB962C8B-B14F-4D97-AF65-F5344CB8AC3E}">
        <p14:creationId xmlns:p14="http://schemas.microsoft.com/office/powerpoint/2010/main" val="3234315690"/>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ain headings, text and bullet points">
    <p:spTree>
      <p:nvGrpSpPr>
        <p:cNvPr id="1" name=""/>
        <p:cNvGrpSpPr/>
        <p:nvPr/>
      </p:nvGrpSpPr>
      <p:grpSpPr>
        <a:xfrm>
          <a:off x="0" y="0"/>
          <a:ext cx="0" cy="0"/>
          <a:chOff x="0" y="0"/>
          <a:chExt cx="0" cy="0"/>
        </a:xfrm>
      </p:grpSpPr>
      <p:pic>
        <p:nvPicPr>
          <p:cNvPr id="4" name="Picture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152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5"/>
          <p:cNvSpPr>
            <a:spLocks noGrp="1"/>
          </p:cNvSpPr>
          <p:nvPr>
            <p:ph type="body" sz="quarter" idx="10"/>
          </p:nvPr>
        </p:nvSpPr>
        <p:spPr>
          <a:xfrm>
            <a:off x="899591" y="689700"/>
            <a:ext cx="6515621" cy="651068"/>
          </a:xfrm>
          <a:prstGeom prst="rect">
            <a:avLst/>
          </a:prstGeom>
          <a:solidFill>
            <a:schemeClr val="bg1"/>
          </a:solidFill>
          <a:ln w="28575">
            <a:solidFill>
              <a:schemeClr val="tx1"/>
            </a:solidFill>
          </a:ln>
        </p:spPr>
        <p:txBody>
          <a:bodyPr lIns="0" tIns="0" rIns="0" bIns="0"/>
          <a:lstStyle>
            <a:lvl1pPr marL="0" indent="0">
              <a:lnSpc>
                <a:spcPts val="4200"/>
              </a:lnSpc>
              <a:buFontTx/>
              <a:buNone/>
              <a:defRPr sz="4000" b="0" i="0">
                <a:solidFill>
                  <a:srgbClr val="16818D"/>
                </a:solidFill>
                <a:latin typeface="+mj-lt"/>
                <a:ea typeface="Georgia"/>
                <a:cs typeface="Georgia"/>
              </a:defRPr>
            </a:lvl1pPr>
          </a:lstStyle>
          <a:p>
            <a:pPr lvl="0"/>
            <a:r>
              <a:rPr lang="en-US"/>
              <a:t>Edit Master text styles</a:t>
            </a:r>
          </a:p>
        </p:txBody>
      </p:sp>
      <p:sp>
        <p:nvSpPr>
          <p:cNvPr id="6" name="Text Placeholder 5"/>
          <p:cNvSpPr>
            <a:spLocks noGrp="1"/>
          </p:cNvSpPr>
          <p:nvPr>
            <p:ph type="body" sz="quarter" idx="11"/>
          </p:nvPr>
        </p:nvSpPr>
        <p:spPr>
          <a:xfrm>
            <a:off x="900113" y="1773238"/>
            <a:ext cx="6551612" cy="4608512"/>
          </a:xfrm>
          <a:prstGeom prst="rect">
            <a:avLst/>
          </a:prstGeom>
        </p:spPr>
        <p:txBody>
          <a:bodyPr/>
          <a:lstStyle>
            <a:lvl1pPr marL="266700" indent="-266700">
              <a:buClr>
                <a:srgbClr val="16818D"/>
              </a:buClr>
              <a:defRPr sz="1600">
                <a:latin typeface="+mn-lt"/>
                <a:ea typeface="Tahoma" panose="020B0604030504040204" pitchFamily="34" charset="0"/>
                <a:cs typeface="Tahoma" panose="020B0604030504040204" pitchFamily="34" charset="0"/>
              </a:defRPr>
            </a:lvl1pPr>
            <a:lvl2pPr marL="541338" indent="-274638">
              <a:buClr>
                <a:srgbClr val="16818D"/>
              </a:buClr>
              <a:buFont typeface="Courier New" panose="02070309020205020404" pitchFamily="49" charset="0"/>
              <a:buChar char="o"/>
              <a:defRPr sz="1600">
                <a:latin typeface="+mn-lt"/>
                <a:ea typeface="Tahoma" panose="020B0604030504040204" pitchFamily="34" charset="0"/>
                <a:cs typeface="Tahoma" panose="020B0604030504040204" pitchFamily="34" charset="0"/>
              </a:defRPr>
            </a:lvl2pPr>
            <a:lvl3pPr marL="808038" indent="-266700">
              <a:buClr>
                <a:srgbClr val="16818D"/>
              </a:buClr>
              <a:buFont typeface="Arial" panose="020B0604020202020204" pitchFamily="34" charset="0"/>
              <a:buChar char="̶"/>
              <a:defRPr sz="1600">
                <a:latin typeface="+mn-lt"/>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25033557"/>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ain headings, text and numbered points">
    <p:spTree>
      <p:nvGrpSpPr>
        <p:cNvPr id="1" name=""/>
        <p:cNvGrpSpPr/>
        <p:nvPr/>
      </p:nvGrpSpPr>
      <p:grpSpPr>
        <a:xfrm>
          <a:off x="0" y="0"/>
          <a:ext cx="0" cy="0"/>
          <a:chOff x="0" y="0"/>
          <a:chExt cx="0" cy="0"/>
        </a:xfrm>
      </p:grpSpPr>
      <p:pic>
        <p:nvPicPr>
          <p:cNvPr id="4" name="Picture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152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Placeholder 2"/>
          <p:cNvSpPr>
            <a:spLocks noGrp="1"/>
          </p:cNvSpPr>
          <p:nvPr>
            <p:ph type="body" sz="quarter" idx="11"/>
          </p:nvPr>
        </p:nvSpPr>
        <p:spPr>
          <a:xfrm>
            <a:off x="900113" y="1700213"/>
            <a:ext cx="6551612" cy="4465637"/>
          </a:xfrm>
          <a:prstGeom prst="rect">
            <a:avLst/>
          </a:prstGeom>
        </p:spPr>
        <p:txBody>
          <a:bodyPr/>
          <a:lstStyle>
            <a:lvl1pPr marL="266700" indent="-266700">
              <a:buClr>
                <a:srgbClr val="16818D"/>
              </a:buClr>
              <a:buFont typeface="+mj-lt"/>
              <a:buAutoNum type="arabicPeriod"/>
              <a:defRPr sz="1600">
                <a:latin typeface="+mn-lt"/>
                <a:ea typeface="Tahoma" panose="020B0604030504040204" pitchFamily="34" charset="0"/>
                <a:cs typeface="Tahoma" panose="020B0604030504040204" pitchFamily="34" charset="0"/>
              </a:defRPr>
            </a:lvl1pPr>
            <a:lvl2pPr marL="541338" indent="-274638">
              <a:buClr>
                <a:srgbClr val="16818D"/>
              </a:buClr>
              <a:buFont typeface="+mj-lt"/>
              <a:buAutoNum type="romanLcPeriod"/>
              <a:defRPr sz="1600">
                <a:latin typeface="+mn-lt"/>
                <a:ea typeface="Tahoma" panose="020B0604030504040204" pitchFamily="34" charset="0"/>
                <a:cs typeface="Tahoma" panose="020B0604030504040204" pitchFamily="34" charset="0"/>
              </a:defRPr>
            </a:lvl2pPr>
            <a:lvl3pPr marL="896938" indent="-266700">
              <a:buClr>
                <a:srgbClr val="16818D"/>
              </a:buClr>
              <a:buFont typeface="Arial" panose="020B0604020202020204" pitchFamily="34" charset="0"/>
              <a:buChar char="̶"/>
              <a:defRPr sz="1600">
                <a:latin typeface="+mn-lt"/>
                <a:ea typeface="Tahoma" panose="020B0604030504040204" pitchFamily="34" charset="0"/>
                <a:cs typeface="Tahoma" panose="020B060403050404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a:t>Edit Master text styles</a:t>
            </a:r>
          </a:p>
          <a:p>
            <a:pPr lvl="1"/>
            <a:r>
              <a:rPr lang="en-US"/>
              <a:t>Second level</a:t>
            </a:r>
          </a:p>
          <a:p>
            <a:pPr lvl="2"/>
            <a:r>
              <a:rPr lang="en-US"/>
              <a:t>Third level</a:t>
            </a:r>
          </a:p>
        </p:txBody>
      </p:sp>
      <p:sp>
        <p:nvSpPr>
          <p:cNvPr id="6" name="Text Placeholder 5">
            <a:extLst>
              <a:ext uri="{FF2B5EF4-FFF2-40B4-BE49-F238E27FC236}">
                <a16:creationId xmlns:a16="http://schemas.microsoft.com/office/drawing/2014/main" id="{C7C7F115-8F8F-405B-A990-774F1852A651}"/>
              </a:ext>
            </a:extLst>
          </p:cNvPr>
          <p:cNvSpPr>
            <a:spLocks noGrp="1"/>
          </p:cNvSpPr>
          <p:nvPr>
            <p:ph type="body" sz="quarter" idx="10"/>
          </p:nvPr>
        </p:nvSpPr>
        <p:spPr>
          <a:xfrm>
            <a:off x="899591" y="689700"/>
            <a:ext cx="6515621" cy="651068"/>
          </a:xfrm>
          <a:prstGeom prst="rect">
            <a:avLst/>
          </a:prstGeom>
          <a:solidFill>
            <a:schemeClr val="bg1"/>
          </a:solidFill>
          <a:ln w="28575">
            <a:solidFill>
              <a:schemeClr val="tx1"/>
            </a:solidFill>
          </a:ln>
        </p:spPr>
        <p:txBody>
          <a:bodyPr lIns="0" tIns="0" rIns="0" bIns="0"/>
          <a:lstStyle>
            <a:lvl1pPr marL="0" indent="0">
              <a:lnSpc>
                <a:spcPts val="4200"/>
              </a:lnSpc>
              <a:buFontTx/>
              <a:buNone/>
              <a:defRPr sz="4000" b="0" i="0">
                <a:solidFill>
                  <a:srgbClr val="16818D"/>
                </a:solidFill>
                <a:latin typeface="+mj-lt"/>
                <a:ea typeface="Georgia"/>
                <a:cs typeface="Georgia"/>
              </a:defRPr>
            </a:lvl1pPr>
          </a:lstStyle>
          <a:p>
            <a:pPr lvl="0"/>
            <a:r>
              <a:rPr lang="en-US"/>
              <a:t>Edit Master text styles</a:t>
            </a:r>
          </a:p>
        </p:txBody>
      </p:sp>
    </p:spTree>
    <p:extLst>
      <p:ext uri="{BB962C8B-B14F-4D97-AF65-F5344CB8AC3E}">
        <p14:creationId xmlns:p14="http://schemas.microsoft.com/office/powerpoint/2010/main" val="2718799801"/>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text style">
    <p:spTree>
      <p:nvGrpSpPr>
        <p:cNvPr id="1" name=""/>
        <p:cNvGrpSpPr/>
        <p:nvPr/>
      </p:nvGrpSpPr>
      <p:grpSpPr>
        <a:xfrm>
          <a:off x="0" y="0"/>
          <a:ext cx="0" cy="0"/>
          <a:chOff x="0" y="0"/>
          <a:chExt cx="0" cy="0"/>
        </a:xfrm>
      </p:grpSpPr>
      <p:pic>
        <p:nvPicPr>
          <p:cNvPr id="8" name="Picture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152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400" b="0" i="0" baseline="0">
                <a:solidFill>
                  <a:schemeClr val="tx1"/>
                </a:solidFill>
                <a:latin typeface="+mn-lt"/>
                <a:ea typeface="Tahoma"/>
                <a:cs typeface="Tahoma"/>
              </a:defRPr>
            </a:lvl1pPr>
          </a:lstStyle>
          <a:p>
            <a:pPr lvl="0"/>
            <a:r>
              <a:rPr lang="en-US"/>
              <a:t>Edit Master text styles</a:t>
            </a:r>
          </a:p>
        </p:txBody>
      </p:sp>
      <p:sp>
        <p:nvSpPr>
          <p:cNvPr id="7" name="Text Placeholder 5"/>
          <p:cNvSpPr>
            <a:spLocks noGrp="1"/>
          </p:cNvSpPr>
          <p:nvPr>
            <p:ph type="body" sz="quarter" idx="12"/>
          </p:nvPr>
        </p:nvSpPr>
        <p:spPr>
          <a:xfrm>
            <a:off x="4284663"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400" b="0" i="0" baseline="0">
                <a:solidFill>
                  <a:schemeClr val="tx1"/>
                </a:solidFill>
                <a:latin typeface="+mn-lt"/>
                <a:ea typeface="Tahoma"/>
                <a:cs typeface="Tahoma"/>
              </a:defRPr>
            </a:lvl1pPr>
          </a:lstStyle>
          <a:p>
            <a:pPr lvl="0"/>
            <a:r>
              <a:rPr lang="en-US"/>
              <a:t>Edit Master text styles</a:t>
            </a:r>
          </a:p>
        </p:txBody>
      </p:sp>
      <p:sp>
        <p:nvSpPr>
          <p:cNvPr id="9" name="Text Placeholder 5">
            <a:extLst>
              <a:ext uri="{FF2B5EF4-FFF2-40B4-BE49-F238E27FC236}">
                <a16:creationId xmlns:a16="http://schemas.microsoft.com/office/drawing/2014/main" id="{07F62C7B-F639-43D7-8694-5FF3C628F999}"/>
              </a:ext>
            </a:extLst>
          </p:cNvPr>
          <p:cNvSpPr>
            <a:spLocks noGrp="1"/>
          </p:cNvSpPr>
          <p:nvPr>
            <p:ph type="body" sz="quarter" idx="10"/>
          </p:nvPr>
        </p:nvSpPr>
        <p:spPr>
          <a:xfrm>
            <a:off x="899591" y="689700"/>
            <a:ext cx="6515621" cy="651068"/>
          </a:xfrm>
          <a:prstGeom prst="rect">
            <a:avLst/>
          </a:prstGeom>
          <a:solidFill>
            <a:schemeClr val="bg1"/>
          </a:solidFill>
          <a:ln w="28575">
            <a:solidFill>
              <a:schemeClr val="tx1"/>
            </a:solidFill>
          </a:ln>
        </p:spPr>
        <p:txBody>
          <a:bodyPr lIns="0" tIns="0" rIns="0" bIns="0"/>
          <a:lstStyle>
            <a:lvl1pPr marL="0" indent="0">
              <a:lnSpc>
                <a:spcPts val="4200"/>
              </a:lnSpc>
              <a:buFontTx/>
              <a:buNone/>
              <a:defRPr sz="4000" b="0" i="0">
                <a:solidFill>
                  <a:srgbClr val="16818D"/>
                </a:solidFill>
                <a:latin typeface="+mj-lt"/>
                <a:ea typeface="Georgia"/>
                <a:cs typeface="Georgia"/>
              </a:defRPr>
            </a:lvl1pPr>
          </a:lstStyle>
          <a:p>
            <a:pPr lvl="0"/>
            <a:r>
              <a:rPr lang="en-US"/>
              <a:t>Edit Master text styles</a:t>
            </a:r>
          </a:p>
        </p:txBody>
      </p:sp>
    </p:spTree>
    <p:extLst>
      <p:ext uri="{BB962C8B-B14F-4D97-AF65-F5344CB8AC3E}">
        <p14:creationId xmlns:p14="http://schemas.microsoft.com/office/powerpoint/2010/main" val="2752079754"/>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text style with bullet points">
    <p:spTree>
      <p:nvGrpSpPr>
        <p:cNvPr id="1" name=""/>
        <p:cNvGrpSpPr/>
        <p:nvPr/>
      </p:nvGrpSpPr>
      <p:grpSpPr>
        <a:xfrm>
          <a:off x="0" y="0"/>
          <a:ext cx="0" cy="0"/>
          <a:chOff x="0" y="0"/>
          <a:chExt cx="0" cy="0"/>
        </a:xfrm>
      </p:grpSpPr>
      <p:pic>
        <p:nvPicPr>
          <p:cNvPr id="4" name="Picture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152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6818D"/>
              </a:buClr>
              <a:buSzTx/>
              <a:buFont typeface="Arial" panose="020B0604020202020204" pitchFamily="34" charset="0"/>
              <a:buChar char="•"/>
              <a:tabLst/>
              <a:defRPr sz="1400" b="0" i="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541338" indent="-274638">
              <a:buClr>
                <a:srgbClr val="16818D"/>
              </a:buClr>
              <a:buFont typeface="Courier New" panose="02070309020205020404" pitchFamily="49" charset="0"/>
              <a:buChar char="o"/>
              <a:defRPr sz="1400">
                <a:latin typeface="Tahoma" panose="020B0604030504040204" pitchFamily="34" charset="0"/>
                <a:ea typeface="Tahoma" panose="020B0604030504040204" pitchFamily="34" charset="0"/>
                <a:cs typeface="Tahoma" panose="020B0604030504040204" pitchFamily="34" charset="0"/>
              </a:defRPr>
            </a:lvl2pPr>
            <a:lvl3pPr marL="808038" indent="-177800">
              <a:buClr>
                <a:srgbClr val="16818D"/>
              </a:buClr>
              <a:buFont typeface="Arial" panose="020B0604020202020204" pitchFamily="34" charset="0"/>
              <a:buChar char="̶"/>
              <a:defRPr sz="1400">
                <a:latin typeface="Tahoma" panose="020B0604030504040204" pitchFamily="34" charset="0"/>
                <a:ea typeface="Tahoma" panose="020B0604030504040204" pitchFamily="34" charset="0"/>
                <a:cs typeface="Tahoma" panose="020B0604030504040204" pitchFamily="34" charset="0"/>
              </a:defRPr>
            </a:lvl3pPr>
            <a:lvl4pPr marL="1163638" indent="-301625">
              <a:defRPr sz="1400">
                <a:latin typeface="Tahoma" panose="020B0604030504040204" pitchFamily="34" charset="0"/>
                <a:ea typeface="Tahoma" panose="020B0604030504040204" pitchFamily="34" charset="0"/>
                <a:cs typeface="Tahoma" panose="020B0604030504040204" pitchFamily="34" charset="0"/>
              </a:defRPr>
            </a:lvl4pPr>
          </a:lstStyle>
          <a:p>
            <a:pPr lvl="0"/>
            <a:r>
              <a:rPr lang="en-GB"/>
              <a:t>Click to add text</a:t>
            </a:r>
          </a:p>
          <a:p>
            <a:pPr lvl="1"/>
            <a:r>
              <a:rPr lang="en-GB"/>
              <a:t>Second Bullet Point</a:t>
            </a:r>
          </a:p>
          <a:p>
            <a:pPr lvl="2"/>
            <a:r>
              <a:rPr lang="en-GB"/>
              <a:t>Third Bullet Point</a:t>
            </a:r>
          </a:p>
          <a:p>
            <a:pPr lvl="3"/>
            <a:endParaRPr lang="en-GB"/>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6818D"/>
              </a:buClr>
              <a:buSzTx/>
              <a:buFont typeface="Arial" panose="020B0604020202020204" pitchFamily="34" charset="0"/>
              <a:buChar char="•"/>
              <a:tabLst/>
              <a:defRPr sz="1400" b="0" i="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541338" indent="-274638">
              <a:buClr>
                <a:srgbClr val="16818D"/>
              </a:buClr>
              <a:buFont typeface="Courier New" panose="02070309020205020404" pitchFamily="49" charset="0"/>
              <a:buChar char="o"/>
              <a:defRPr sz="1400">
                <a:latin typeface="Tahoma" panose="020B0604030504040204" pitchFamily="34" charset="0"/>
                <a:ea typeface="Tahoma" panose="020B0604030504040204" pitchFamily="34" charset="0"/>
                <a:cs typeface="Tahoma" panose="020B0604030504040204" pitchFamily="34" charset="0"/>
              </a:defRPr>
            </a:lvl2pPr>
            <a:lvl3pPr marL="808038" indent="-177800">
              <a:buClr>
                <a:srgbClr val="16818D"/>
              </a:buClr>
              <a:buFont typeface="Arial" panose="020B0604020202020204" pitchFamily="34" charset="0"/>
              <a:buChar char="̶"/>
              <a:defRPr sz="1400">
                <a:latin typeface="Tahoma" panose="020B0604030504040204" pitchFamily="34" charset="0"/>
                <a:ea typeface="Tahoma" panose="020B0604030504040204" pitchFamily="34" charset="0"/>
                <a:cs typeface="Tahoma" panose="020B0604030504040204" pitchFamily="34" charset="0"/>
              </a:defRPr>
            </a:lvl3pPr>
            <a:lvl4pPr marL="1163638" indent="-301625">
              <a:defRPr sz="1400">
                <a:latin typeface="Tahoma" panose="020B0604030504040204" pitchFamily="34" charset="0"/>
                <a:ea typeface="Tahoma" panose="020B0604030504040204" pitchFamily="34" charset="0"/>
                <a:cs typeface="Tahoma" panose="020B0604030504040204" pitchFamily="34" charset="0"/>
              </a:defRPr>
            </a:lvl4pPr>
          </a:lstStyle>
          <a:p>
            <a:pPr lvl="0"/>
            <a:r>
              <a:rPr lang="en-US"/>
              <a:t>Click to add text</a:t>
            </a:r>
          </a:p>
          <a:p>
            <a:pPr lvl="1"/>
            <a:r>
              <a:rPr lang="en-US"/>
              <a:t>Second Bullet Point</a:t>
            </a:r>
          </a:p>
          <a:p>
            <a:pPr lvl="2"/>
            <a:r>
              <a:rPr lang="en-US"/>
              <a:t>Third Bullet Point</a:t>
            </a:r>
          </a:p>
          <a:p>
            <a:pPr lvl="3"/>
            <a:endParaRPr lang="en-US"/>
          </a:p>
          <a:p>
            <a:pPr lvl="0"/>
            <a:endParaRPr lang="en-GB"/>
          </a:p>
        </p:txBody>
      </p:sp>
      <p:sp>
        <p:nvSpPr>
          <p:cNvPr id="6" name="Text Placeholder 5">
            <a:extLst>
              <a:ext uri="{FF2B5EF4-FFF2-40B4-BE49-F238E27FC236}">
                <a16:creationId xmlns:a16="http://schemas.microsoft.com/office/drawing/2014/main" id="{D3DBE974-F078-4C01-BA90-92A229CF29EB}"/>
              </a:ext>
            </a:extLst>
          </p:cNvPr>
          <p:cNvSpPr>
            <a:spLocks noGrp="1"/>
          </p:cNvSpPr>
          <p:nvPr>
            <p:ph type="body" sz="quarter" idx="10"/>
          </p:nvPr>
        </p:nvSpPr>
        <p:spPr>
          <a:xfrm>
            <a:off x="899591" y="689700"/>
            <a:ext cx="6515621" cy="651068"/>
          </a:xfrm>
          <a:prstGeom prst="rect">
            <a:avLst/>
          </a:prstGeom>
          <a:solidFill>
            <a:schemeClr val="bg1"/>
          </a:solidFill>
          <a:ln w="28575">
            <a:solidFill>
              <a:schemeClr val="tx1"/>
            </a:solidFill>
          </a:ln>
        </p:spPr>
        <p:txBody>
          <a:bodyPr lIns="0" tIns="0" rIns="0" bIns="0"/>
          <a:lstStyle>
            <a:lvl1pPr marL="0" indent="0">
              <a:lnSpc>
                <a:spcPts val="4200"/>
              </a:lnSpc>
              <a:buFontTx/>
              <a:buNone/>
              <a:defRPr sz="4000" b="0" i="0">
                <a:solidFill>
                  <a:srgbClr val="16818D"/>
                </a:solidFill>
                <a:latin typeface="+mj-lt"/>
                <a:ea typeface="Georgia"/>
                <a:cs typeface="Georgia"/>
              </a:defRPr>
            </a:lvl1pPr>
          </a:lstStyle>
          <a:p>
            <a:pPr lvl="0"/>
            <a:r>
              <a:rPr lang="en-US"/>
              <a:t>Edit Master text styles</a:t>
            </a:r>
          </a:p>
        </p:txBody>
      </p:sp>
    </p:spTree>
    <p:extLst>
      <p:ext uri="{BB962C8B-B14F-4D97-AF65-F5344CB8AC3E}">
        <p14:creationId xmlns:p14="http://schemas.microsoft.com/office/powerpoint/2010/main" val="1025020034"/>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text style with numbered points">
    <p:spTree>
      <p:nvGrpSpPr>
        <p:cNvPr id="1" name=""/>
        <p:cNvGrpSpPr/>
        <p:nvPr/>
      </p:nvGrpSpPr>
      <p:grpSpPr>
        <a:xfrm>
          <a:off x="0" y="0"/>
          <a:ext cx="0" cy="0"/>
          <a:chOff x="0" y="0"/>
          <a:chExt cx="0" cy="0"/>
        </a:xfrm>
      </p:grpSpPr>
      <p:pic>
        <p:nvPicPr>
          <p:cNvPr id="4" name="Picture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152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6818D"/>
              </a:buClr>
              <a:buSzTx/>
              <a:buFont typeface="+mj-lt"/>
              <a:buAutoNum type="arabicPeriod"/>
              <a:tabLst/>
              <a:defRPr sz="1400" b="0" i="0" baseline="0">
                <a:solidFill>
                  <a:schemeClr val="tx1"/>
                </a:solidFill>
                <a:latin typeface="Tahoma"/>
                <a:ea typeface="Tahoma"/>
                <a:cs typeface="Tahoma"/>
              </a:defRPr>
            </a:lvl1pPr>
            <a:lvl2pPr marL="541338" indent="-274638">
              <a:buClr>
                <a:srgbClr val="16818D"/>
              </a:buClr>
              <a:buFont typeface="+mj-lt"/>
              <a:buAutoNum type="romanLcPeriod"/>
              <a:defRPr sz="1400" baseline="0">
                <a:latin typeface="Tahoma" panose="020B0604030504040204" pitchFamily="34" charset="0"/>
                <a:ea typeface="Tahoma" panose="020B0604030504040204" pitchFamily="34" charset="0"/>
                <a:cs typeface="Tahoma" panose="020B0604030504040204" pitchFamily="34" charset="0"/>
              </a:defRPr>
            </a:lvl2pPr>
            <a:lvl3pPr marL="896938" indent="-266700">
              <a:buClr>
                <a:srgbClr val="16818D"/>
              </a:buClr>
              <a:buFont typeface="Arial" panose="020B0604020202020204" pitchFamily="34" charset="0"/>
              <a:buChar char="̶"/>
              <a:defRPr sz="1400">
                <a:latin typeface="Tahoma" panose="020B0604030504040204" pitchFamily="34" charset="0"/>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Tahoma" panose="020B0604030504040204" pitchFamily="34" charset="0"/>
                <a:ea typeface="Tahoma" panose="020B0604030504040204" pitchFamily="34" charset="0"/>
                <a:cs typeface="Tahoma" panose="020B0604030504040204" pitchFamily="34" charset="0"/>
              </a:defRPr>
            </a:lvl4pPr>
          </a:lstStyle>
          <a:p>
            <a:pPr lvl="0"/>
            <a:r>
              <a:rPr lang="en-GB"/>
              <a:t>Click to add text</a:t>
            </a:r>
          </a:p>
          <a:p>
            <a:pPr lvl="1"/>
            <a:r>
              <a:rPr lang="en-GB"/>
              <a:t>Number Position Number 2</a:t>
            </a:r>
          </a:p>
          <a:p>
            <a:pPr lvl="2"/>
            <a:r>
              <a:rPr lang="en-GB"/>
              <a:t>Number Position Number 3</a:t>
            </a:r>
          </a:p>
          <a:p>
            <a:pPr lvl="3"/>
            <a:endParaRPr lang="en-GB"/>
          </a:p>
          <a:p>
            <a:pPr lvl="3"/>
            <a:endParaRPr lang="en-GB"/>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6818D"/>
              </a:buClr>
              <a:buSzTx/>
              <a:buFont typeface="+mj-lt"/>
              <a:buAutoNum type="arabicPeriod"/>
              <a:tabLst/>
              <a:defRPr sz="1400" b="0" i="0" baseline="0">
                <a:solidFill>
                  <a:schemeClr val="tx1"/>
                </a:solidFill>
                <a:latin typeface="Tahoma"/>
                <a:ea typeface="Tahoma"/>
                <a:cs typeface="Tahoma"/>
              </a:defRPr>
            </a:lvl1pPr>
            <a:lvl2pPr marL="541338" indent="-274638">
              <a:buClr>
                <a:srgbClr val="16818D"/>
              </a:buClr>
              <a:buFont typeface="+mj-lt"/>
              <a:buAutoNum type="romanLcPeriod"/>
              <a:defRPr sz="1400">
                <a:latin typeface="Tahoma" panose="020B0604030504040204" pitchFamily="34" charset="0"/>
                <a:ea typeface="Tahoma" panose="020B0604030504040204" pitchFamily="34" charset="0"/>
                <a:cs typeface="Tahoma" panose="020B0604030504040204" pitchFamily="34" charset="0"/>
              </a:defRPr>
            </a:lvl2pPr>
            <a:lvl3pPr marL="896938" indent="-266700">
              <a:buClr>
                <a:srgbClr val="16818D"/>
              </a:buClr>
              <a:buFont typeface="Arial" panose="020B0604020202020204" pitchFamily="34" charset="0"/>
              <a:buChar char="̶"/>
              <a:defRPr sz="1400">
                <a:latin typeface="Tahoma" panose="020B0604030504040204" pitchFamily="34" charset="0"/>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Tahoma" panose="020B0604030504040204" pitchFamily="34" charset="0"/>
                <a:ea typeface="Tahoma" panose="020B0604030504040204" pitchFamily="34" charset="0"/>
                <a:cs typeface="Tahoma" panose="020B0604030504040204" pitchFamily="34" charset="0"/>
              </a:defRPr>
            </a:lvl4pPr>
          </a:lstStyle>
          <a:p>
            <a:pPr lvl="0"/>
            <a:r>
              <a:rPr lang="en-GB"/>
              <a:t>Click to add text</a:t>
            </a:r>
          </a:p>
          <a:p>
            <a:pPr lvl="1"/>
            <a:r>
              <a:rPr lang="en-GB"/>
              <a:t>Number Position Number 2</a:t>
            </a:r>
          </a:p>
          <a:p>
            <a:pPr lvl="2"/>
            <a:r>
              <a:rPr lang="en-GB"/>
              <a:t>Number Position Number 3</a:t>
            </a:r>
          </a:p>
          <a:p>
            <a:pPr lvl="3"/>
            <a:endParaRPr lang="en-GB"/>
          </a:p>
        </p:txBody>
      </p:sp>
      <p:sp>
        <p:nvSpPr>
          <p:cNvPr id="6" name="Text Placeholder 5">
            <a:extLst>
              <a:ext uri="{FF2B5EF4-FFF2-40B4-BE49-F238E27FC236}">
                <a16:creationId xmlns:a16="http://schemas.microsoft.com/office/drawing/2014/main" id="{8378CC1B-481C-48B4-A4D9-8C3F2FF55128}"/>
              </a:ext>
            </a:extLst>
          </p:cNvPr>
          <p:cNvSpPr>
            <a:spLocks noGrp="1"/>
          </p:cNvSpPr>
          <p:nvPr>
            <p:ph type="body" sz="quarter" idx="10"/>
          </p:nvPr>
        </p:nvSpPr>
        <p:spPr>
          <a:xfrm>
            <a:off x="899591" y="689700"/>
            <a:ext cx="6515621" cy="651068"/>
          </a:xfrm>
          <a:prstGeom prst="rect">
            <a:avLst/>
          </a:prstGeom>
          <a:solidFill>
            <a:schemeClr val="bg1"/>
          </a:solidFill>
          <a:ln w="28575">
            <a:solidFill>
              <a:schemeClr val="tx1"/>
            </a:solidFill>
          </a:ln>
        </p:spPr>
        <p:txBody>
          <a:bodyPr lIns="0" tIns="0" rIns="0" bIns="0"/>
          <a:lstStyle>
            <a:lvl1pPr marL="0" indent="0">
              <a:lnSpc>
                <a:spcPts val="4200"/>
              </a:lnSpc>
              <a:buFontTx/>
              <a:buNone/>
              <a:defRPr sz="4000" b="0" i="0">
                <a:solidFill>
                  <a:srgbClr val="16818D"/>
                </a:solidFill>
                <a:latin typeface="+mj-lt"/>
                <a:ea typeface="Georgia"/>
                <a:cs typeface="Georgia"/>
              </a:defRPr>
            </a:lvl1pPr>
          </a:lstStyle>
          <a:p>
            <a:pPr lvl="0"/>
            <a:r>
              <a:rPr lang="en-US"/>
              <a:t>Edit Master text styles</a:t>
            </a:r>
          </a:p>
        </p:txBody>
      </p:sp>
    </p:spTree>
    <p:extLst>
      <p:ext uri="{BB962C8B-B14F-4D97-AF65-F5344CB8AC3E}">
        <p14:creationId xmlns:p14="http://schemas.microsoft.com/office/powerpoint/2010/main" val="470170681"/>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hart and graph position">
    <p:spTree>
      <p:nvGrpSpPr>
        <p:cNvPr id="1" name=""/>
        <p:cNvGrpSpPr/>
        <p:nvPr/>
      </p:nvGrpSpPr>
      <p:grpSpPr>
        <a:xfrm>
          <a:off x="0" y="0"/>
          <a:ext cx="0" cy="0"/>
          <a:chOff x="0" y="0"/>
          <a:chExt cx="0" cy="0"/>
        </a:xfrm>
      </p:grpSpPr>
      <p:pic>
        <p:nvPicPr>
          <p:cNvPr id="4" name="Picture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152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hart Placeholder 2"/>
          <p:cNvSpPr>
            <a:spLocks noGrp="1"/>
          </p:cNvSpPr>
          <p:nvPr>
            <p:ph type="chart" sz="quarter" idx="11"/>
          </p:nvPr>
        </p:nvSpPr>
        <p:spPr>
          <a:xfrm>
            <a:off x="899592" y="1554760"/>
            <a:ext cx="6515620" cy="4538065"/>
          </a:xfrm>
          <a:prstGeom prst="rect">
            <a:avLst/>
          </a:prstGeom>
        </p:spPr>
        <p:txBody>
          <a:bodyPr/>
          <a:lstStyle/>
          <a:p>
            <a:pPr lvl="0"/>
            <a:r>
              <a:rPr lang="en-US" noProof="0"/>
              <a:t>Click icon to add chart</a:t>
            </a:r>
          </a:p>
        </p:txBody>
      </p:sp>
      <p:sp>
        <p:nvSpPr>
          <p:cNvPr id="6" name="Text Placeholder 5">
            <a:extLst>
              <a:ext uri="{FF2B5EF4-FFF2-40B4-BE49-F238E27FC236}">
                <a16:creationId xmlns:a16="http://schemas.microsoft.com/office/drawing/2014/main" id="{057F71B8-B149-4FA8-B1CF-7A76D60457A5}"/>
              </a:ext>
            </a:extLst>
          </p:cNvPr>
          <p:cNvSpPr>
            <a:spLocks noGrp="1"/>
          </p:cNvSpPr>
          <p:nvPr>
            <p:ph type="body" sz="quarter" idx="10"/>
          </p:nvPr>
        </p:nvSpPr>
        <p:spPr>
          <a:xfrm>
            <a:off x="899591" y="689700"/>
            <a:ext cx="6515621" cy="651068"/>
          </a:xfrm>
          <a:prstGeom prst="rect">
            <a:avLst/>
          </a:prstGeom>
          <a:solidFill>
            <a:schemeClr val="bg1"/>
          </a:solidFill>
          <a:ln w="28575">
            <a:solidFill>
              <a:schemeClr val="tx1"/>
            </a:solidFill>
          </a:ln>
        </p:spPr>
        <p:txBody>
          <a:bodyPr lIns="0" tIns="0" rIns="0" bIns="0"/>
          <a:lstStyle>
            <a:lvl1pPr marL="0" indent="0">
              <a:lnSpc>
                <a:spcPts val="4200"/>
              </a:lnSpc>
              <a:buFontTx/>
              <a:buNone/>
              <a:defRPr sz="4000" b="0" i="0">
                <a:solidFill>
                  <a:srgbClr val="16818D"/>
                </a:solidFill>
                <a:latin typeface="+mj-lt"/>
                <a:ea typeface="Georgia"/>
                <a:cs typeface="Georgia"/>
              </a:defRPr>
            </a:lvl1pPr>
          </a:lstStyle>
          <a:p>
            <a:pPr lvl="0"/>
            <a:r>
              <a:rPr lang="en-US"/>
              <a:t>Edit Master text styles</a:t>
            </a:r>
          </a:p>
        </p:txBody>
      </p:sp>
    </p:spTree>
    <p:extLst>
      <p:ext uri="{BB962C8B-B14F-4D97-AF65-F5344CB8AC3E}">
        <p14:creationId xmlns:p14="http://schemas.microsoft.com/office/powerpoint/2010/main" val="2767241205"/>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Narrow column text style with chart">
    <p:spTree>
      <p:nvGrpSpPr>
        <p:cNvPr id="1" name=""/>
        <p:cNvGrpSpPr/>
        <p:nvPr/>
      </p:nvGrpSpPr>
      <p:grpSpPr>
        <a:xfrm>
          <a:off x="0" y="0"/>
          <a:ext cx="0" cy="0"/>
          <a:chOff x="0" y="0"/>
          <a:chExt cx="0" cy="0"/>
        </a:xfrm>
      </p:grpSpPr>
      <p:pic>
        <p:nvPicPr>
          <p:cNvPr id="7" name="Picture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152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400" b="0" i="0" baseline="0">
                <a:solidFill>
                  <a:schemeClr val="tx1"/>
                </a:solidFill>
                <a:latin typeface="Tahoma"/>
                <a:ea typeface="Tahoma"/>
                <a:cs typeface="Tahoma"/>
              </a:defRPr>
            </a:lvl1pPr>
          </a:lstStyle>
          <a:p>
            <a:pPr lvl="0"/>
            <a:r>
              <a:rPr lang="en-US"/>
              <a:t>Edit Master text styles</a:t>
            </a:r>
          </a:p>
        </p:txBody>
      </p:sp>
      <p:sp>
        <p:nvSpPr>
          <p:cNvPr id="3" name="Chart Placeholder 2"/>
          <p:cNvSpPr>
            <a:spLocks noGrp="1"/>
          </p:cNvSpPr>
          <p:nvPr>
            <p:ph type="chart" sz="quarter" idx="12"/>
          </p:nvPr>
        </p:nvSpPr>
        <p:spPr>
          <a:xfrm>
            <a:off x="4284663" y="1628799"/>
            <a:ext cx="3816350" cy="4464025"/>
          </a:xfrm>
          <a:prstGeom prst="rect">
            <a:avLst/>
          </a:prstGeom>
        </p:spPr>
        <p:txBody>
          <a:bodyPr/>
          <a:lstStyle/>
          <a:p>
            <a:pPr lvl="0"/>
            <a:r>
              <a:rPr lang="en-US" noProof="0"/>
              <a:t>Click icon to add chart</a:t>
            </a:r>
          </a:p>
        </p:txBody>
      </p:sp>
      <p:sp>
        <p:nvSpPr>
          <p:cNvPr id="8" name="Text Placeholder 5">
            <a:extLst>
              <a:ext uri="{FF2B5EF4-FFF2-40B4-BE49-F238E27FC236}">
                <a16:creationId xmlns:a16="http://schemas.microsoft.com/office/drawing/2014/main" id="{24A23642-EFB7-4632-B6D4-DD26945C9306}"/>
              </a:ext>
            </a:extLst>
          </p:cNvPr>
          <p:cNvSpPr>
            <a:spLocks noGrp="1"/>
          </p:cNvSpPr>
          <p:nvPr>
            <p:ph type="body" sz="quarter" idx="10"/>
          </p:nvPr>
        </p:nvSpPr>
        <p:spPr>
          <a:xfrm>
            <a:off x="899591" y="689700"/>
            <a:ext cx="6515621" cy="651068"/>
          </a:xfrm>
          <a:prstGeom prst="rect">
            <a:avLst/>
          </a:prstGeom>
          <a:solidFill>
            <a:schemeClr val="bg1"/>
          </a:solidFill>
          <a:ln w="28575">
            <a:solidFill>
              <a:schemeClr val="tx1"/>
            </a:solidFill>
          </a:ln>
        </p:spPr>
        <p:txBody>
          <a:bodyPr lIns="0" tIns="0" rIns="0" bIns="0"/>
          <a:lstStyle>
            <a:lvl1pPr marL="0" indent="0">
              <a:lnSpc>
                <a:spcPts val="4200"/>
              </a:lnSpc>
              <a:buFontTx/>
              <a:buNone/>
              <a:defRPr sz="4000" b="0" i="0">
                <a:solidFill>
                  <a:srgbClr val="16818D"/>
                </a:solidFill>
                <a:latin typeface="+mj-lt"/>
                <a:ea typeface="Georgia"/>
                <a:cs typeface="Georgia"/>
              </a:defRPr>
            </a:lvl1pPr>
          </a:lstStyle>
          <a:p>
            <a:pPr lvl="0"/>
            <a:r>
              <a:rPr lang="en-US"/>
              <a:t>Edit Master text styles</a:t>
            </a:r>
          </a:p>
        </p:txBody>
      </p:sp>
    </p:spTree>
    <p:extLst>
      <p:ext uri="{BB962C8B-B14F-4D97-AF65-F5344CB8AC3E}">
        <p14:creationId xmlns:p14="http://schemas.microsoft.com/office/powerpoint/2010/main" val="311711182"/>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slide">
    <p:spTree>
      <p:nvGrpSpPr>
        <p:cNvPr id="1" name=""/>
        <p:cNvGrpSpPr/>
        <p:nvPr/>
      </p:nvGrpSpPr>
      <p:grpSpPr>
        <a:xfrm>
          <a:off x="0" y="0"/>
          <a:ext cx="0" cy="0"/>
          <a:chOff x="0" y="0"/>
          <a:chExt cx="0" cy="0"/>
        </a:xfrm>
      </p:grpSpPr>
      <p:pic>
        <p:nvPicPr>
          <p:cNvPr id="3" name="Picture 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152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Picture Placeholder 12"/>
          <p:cNvSpPr>
            <a:spLocks noGrp="1"/>
          </p:cNvSpPr>
          <p:nvPr>
            <p:ph type="pic" sz="quarter" idx="13"/>
          </p:nvPr>
        </p:nvSpPr>
        <p:spPr>
          <a:xfrm>
            <a:off x="0" y="906811"/>
            <a:ext cx="9144000" cy="5951190"/>
          </a:xfrm>
          <a:prstGeom prst="rect">
            <a:avLst/>
          </a:prstGeom>
        </p:spPr>
        <p:txBody>
          <a:bodyPr/>
          <a:lstStyle/>
          <a:p>
            <a:r>
              <a:rPr lang="en-US"/>
              <a:t>Click icon to add picture</a:t>
            </a:r>
          </a:p>
        </p:txBody>
      </p:sp>
    </p:spTree>
    <p:extLst>
      <p:ext uri="{BB962C8B-B14F-4D97-AF65-F5344CB8AC3E}">
        <p14:creationId xmlns:p14="http://schemas.microsoft.com/office/powerpoint/2010/main" val="3753417483"/>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152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Picture Placeholder 12"/>
          <p:cNvSpPr>
            <a:spLocks noGrp="1"/>
          </p:cNvSpPr>
          <p:nvPr>
            <p:ph type="pic" sz="quarter" idx="11"/>
          </p:nvPr>
        </p:nvSpPr>
        <p:spPr>
          <a:xfrm>
            <a:off x="6118225" y="1461052"/>
            <a:ext cx="3025775" cy="5396948"/>
          </a:xfrm>
          <a:prstGeom prst="rect">
            <a:avLst/>
          </a:prstGeom>
        </p:spPr>
        <p:txBody>
          <a:bodyPr/>
          <a:lstStyle/>
          <a:p>
            <a:r>
              <a:rPr lang="en-US"/>
              <a:t>Click icon to add picture</a:t>
            </a:r>
          </a:p>
        </p:txBody>
      </p:sp>
      <p:sp>
        <p:nvSpPr>
          <p:cNvPr id="14" name="Picture Placeholder 12"/>
          <p:cNvSpPr>
            <a:spLocks noGrp="1"/>
          </p:cNvSpPr>
          <p:nvPr>
            <p:ph type="pic" sz="quarter" idx="12"/>
          </p:nvPr>
        </p:nvSpPr>
        <p:spPr>
          <a:xfrm>
            <a:off x="0" y="1461052"/>
            <a:ext cx="3024188" cy="5396948"/>
          </a:xfrm>
          <a:prstGeom prst="rect">
            <a:avLst/>
          </a:prstGeom>
        </p:spPr>
        <p:txBody>
          <a:bodyPr/>
          <a:lstStyle/>
          <a:p>
            <a:r>
              <a:rPr lang="en-US"/>
              <a:t>Click icon to add picture</a:t>
            </a:r>
          </a:p>
        </p:txBody>
      </p:sp>
      <p:sp>
        <p:nvSpPr>
          <p:cNvPr id="15" name="Picture Placeholder 12"/>
          <p:cNvSpPr>
            <a:spLocks noGrp="1"/>
          </p:cNvSpPr>
          <p:nvPr>
            <p:ph type="pic" sz="quarter" idx="13"/>
          </p:nvPr>
        </p:nvSpPr>
        <p:spPr>
          <a:xfrm>
            <a:off x="3059113" y="1461053"/>
            <a:ext cx="3020316" cy="2650572"/>
          </a:xfrm>
          <a:prstGeom prst="rect">
            <a:avLst/>
          </a:prstGeom>
        </p:spPr>
        <p:txBody>
          <a:bodyPr/>
          <a:lstStyle/>
          <a:p>
            <a:r>
              <a:rPr lang="en-US"/>
              <a:t>Click icon to add picture</a:t>
            </a:r>
          </a:p>
        </p:txBody>
      </p:sp>
      <p:sp>
        <p:nvSpPr>
          <p:cNvPr id="17" name="Picture Placeholder 12"/>
          <p:cNvSpPr>
            <a:spLocks noGrp="1"/>
          </p:cNvSpPr>
          <p:nvPr>
            <p:ph type="pic" sz="quarter" idx="14"/>
          </p:nvPr>
        </p:nvSpPr>
        <p:spPr>
          <a:xfrm>
            <a:off x="3059113" y="4149725"/>
            <a:ext cx="3020316" cy="2708275"/>
          </a:xfrm>
          <a:prstGeom prst="rect">
            <a:avLst/>
          </a:prstGeom>
        </p:spPr>
        <p:txBody>
          <a:bodyPr/>
          <a:lstStyle/>
          <a:p>
            <a:r>
              <a:rPr lang="en-US"/>
              <a:t>Click icon to add picture</a:t>
            </a:r>
          </a:p>
        </p:txBody>
      </p:sp>
      <p:sp>
        <p:nvSpPr>
          <p:cNvPr id="8" name="Text Placeholder 5">
            <a:extLst>
              <a:ext uri="{FF2B5EF4-FFF2-40B4-BE49-F238E27FC236}">
                <a16:creationId xmlns:a16="http://schemas.microsoft.com/office/drawing/2014/main" id="{9075504D-2EB9-4B2C-84D6-3E799731B6D7}"/>
              </a:ext>
            </a:extLst>
          </p:cNvPr>
          <p:cNvSpPr>
            <a:spLocks noGrp="1"/>
          </p:cNvSpPr>
          <p:nvPr>
            <p:ph type="body" sz="quarter" idx="10"/>
          </p:nvPr>
        </p:nvSpPr>
        <p:spPr>
          <a:xfrm>
            <a:off x="899591" y="689700"/>
            <a:ext cx="6515621" cy="651068"/>
          </a:xfrm>
          <a:prstGeom prst="rect">
            <a:avLst/>
          </a:prstGeom>
          <a:solidFill>
            <a:schemeClr val="bg1"/>
          </a:solidFill>
          <a:ln w="28575">
            <a:solidFill>
              <a:schemeClr val="tx1"/>
            </a:solidFill>
          </a:ln>
        </p:spPr>
        <p:txBody>
          <a:bodyPr lIns="0" tIns="0" rIns="0" bIns="0"/>
          <a:lstStyle>
            <a:lvl1pPr marL="0" indent="0">
              <a:lnSpc>
                <a:spcPts val="4200"/>
              </a:lnSpc>
              <a:buFontTx/>
              <a:buNone/>
              <a:defRPr sz="4000" b="0" i="0">
                <a:solidFill>
                  <a:srgbClr val="16818D"/>
                </a:solidFill>
                <a:latin typeface="+mj-lt"/>
                <a:ea typeface="Georgia"/>
                <a:cs typeface="Georgia"/>
              </a:defRPr>
            </a:lvl1pPr>
          </a:lstStyle>
          <a:p>
            <a:pPr lvl="0"/>
            <a:r>
              <a:rPr lang="en-US"/>
              <a:t>Edit Master text styles</a:t>
            </a:r>
          </a:p>
        </p:txBody>
      </p:sp>
    </p:spTree>
    <p:extLst>
      <p:ext uri="{BB962C8B-B14F-4D97-AF65-F5344CB8AC3E}">
        <p14:creationId xmlns:p14="http://schemas.microsoft.com/office/powerpoint/2010/main" val="1880279793"/>
      </p:ext>
    </p:extLst>
  </p:cSld>
  <p:clrMapOvr>
    <a:masterClrMapping/>
  </p:clrMapOvr>
  <p:transition spd="slow">
    <p:fade/>
  </p:transition>
  <p:extLst>
    <p:ext uri="{DCECCB84-F9BA-43D5-87BE-67443E8EF086}">
      <p15:sldGuideLst xmlns:p15="http://schemas.microsoft.com/office/powerpoint/2012/main">
        <p15:guide id="1" orient="horz" pos="332">
          <p15:clr>
            <a:srgbClr val="FBAE40"/>
          </p15:clr>
        </p15:guide>
        <p15:guide id="2" pos="2880">
          <p15:clr>
            <a:srgbClr val="FBAE40"/>
          </p15:clr>
        </p15:guide>
        <p15:guide id="4" pos="3833">
          <p15:clr>
            <a:srgbClr val="FBAE40"/>
          </p15:clr>
        </p15:guide>
        <p15:guide id="5" orient="horz" pos="2614">
          <p15:clr>
            <a:srgbClr val="FBAE40"/>
          </p15:clr>
        </p15:guide>
        <p15:guide id="6" pos="1906">
          <p15:clr>
            <a:srgbClr val="FBAE40"/>
          </p15:clr>
        </p15:guide>
        <p15:guide id="8" pos="1927">
          <p15:clr>
            <a:srgbClr val="FBAE40"/>
          </p15:clr>
        </p15:guide>
        <p15:guide id="9" pos="3854">
          <p15:clr>
            <a:srgbClr val="FBAE40"/>
          </p15:clr>
        </p15:guide>
        <p15:guide id="10" orient="horz" pos="259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152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icture Placeholder 12"/>
          <p:cNvSpPr>
            <a:spLocks noGrp="1"/>
          </p:cNvSpPr>
          <p:nvPr>
            <p:ph type="pic" sz="quarter" idx="11"/>
          </p:nvPr>
        </p:nvSpPr>
        <p:spPr>
          <a:xfrm>
            <a:off x="3041650" y="1461052"/>
            <a:ext cx="3043238" cy="5396948"/>
          </a:xfrm>
          <a:prstGeom prst="rect">
            <a:avLst/>
          </a:prstGeom>
        </p:spPr>
        <p:txBody>
          <a:bodyPr/>
          <a:lstStyle/>
          <a:p>
            <a:r>
              <a:rPr lang="en-US"/>
              <a:t>Click icon to add picture</a:t>
            </a:r>
          </a:p>
        </p:txBody>
      </p:sp>
      <p:sp>
        <p:nvSpPr>
          <p:cNvPr id="6" name="Picture Placeholder 12"/>
          <p:cNvSpPr>
            <a:spLocks noGrp="1"/>
          </p:cNvSpPr>
          <p:nvPr>
            <p:ph type="pic" sz="quarter" idx="13"/>
          </p:nvPr>
        </p:nvSpPr>
        <p:spPr>
          <a:xfrm>
            <a:off x="6121400" y="1461053"/>
            <a:ext cx="3022599" cy="2650572"/>
          </a:xfrm>
          <a:prstGeom prst="rect">
            <a:avLst/>
          </a:prstGeom>
        </p:spPr>
        <p:txBody>
          <a:bodyPr/>
          <a:lstStyle/>
          <a:p>
            <a:r>
              <a:rPr lang="en-US"/>
              <a:t>Click icon to add picture</a:t>
            </a:r>
          </a:p>
        </p:txBody>
      </p:sp>
      <p:sp>
        <p:nvSpPr>
          <p:cNvPr id="7" name="Picture Placeholder 12"/>
          <p:cNvSpPr>
            <a:spLocks noGrp="1"/>
          </p:cNvSpPr>
          <p:nvPr>
            <p:ph type="pic" sz="quarter" idx="14"/>
          </p:nvPr>
        </p:nvSpPr>
        <p:spPr>
          <a:xfrm>
            <a:off x="6121400" y="4146550"/>
            <a:ext cx="3022600" cy="2711450"/>
          </a:xfrm>
          <a:prstGeom prst="rect">
            <a:avLst/>
          </a:prstGeom>
        </p:spPr>
        <p:txBody>
          <a:bodyPr/>
          <a:lstStyle/>
          <a:p>
            <a:r>
              <a:rPr lang="en-US"/>
              <a:t>Click icon to add picture</a:t>
            </a:r>
          </a:p>
        </p:txBody>
      </p:sp>
      <p:sp>
        <p:nvSpPr>
          <p:cNvPr id="8" name="Text Placeholder 5"/>
          <p:cNvSpPr>
            <a:spLocks noGrp="1"/>
          </p:cNvSpPr>
          <p:nvPr>
            <p:ph type="body" sz="quarter" idx="15" hasCustomPrompt="1"/>
          </p:nvPr>
        </p:nvSpPr>
        <p:spPr>
          <a:xfrm>
            <a:off x="458065" y="1461052"/>
            <a:ext cx="238574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6818D"/>
              </a:buClr>
              <a:buSzTx/>
              <a:buFont typeface="Arial" panose="020B0604020202020204" pitchFamily="34" charset="0"/>
              <a:buChar char="•"/>
              <a:tabLst/>
              <a:defRPr sz="1400" b="0" i="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541338" indent="-274638">
              <a:buClr>
                <a:srgbClr val="16818D"/>
              </a:buClr>
              <a:buFont typeface="Courier New" panose="02070309020205020404" pitchFamily="49" charset="0"/>
              <a:buChar char="o"/>
              <a:defRPr sz="1400">
                <a:latin typeface="Tahoma" panose="020B0604030504040204" pitchFamily="34" charset="0"/>
                <a:ea typeface="Tahoma" panose="020B0604030504040204" pitchFamily="34" charset="0"/>
                <a:cs typeface="Tahoma" panose="020B0604030504040204" pitchFamily="34" charset="0"/>
              </a:defRPr>
            </a:lvl2pPr>
            <a:lvl3pPr marL="808038" indent="-177800">
              <a:buClr>
                <a:srgbClr val="16818D"/>
              </a:buClr>
              <a:buFont typeface="Arial" panose="020B0604020202020204" pitchFamily="34" charset="0"/>
              <a:buChar char="̶"/>
              <a:defRPr sz="1400">
                <a:latin typeface="Tahoma" panose="020B0604030504040204" pitchFamily="34" charset="0"/>
                <a:ea typeface="Tahoma" panose="020B0604030504040204" pitchFamily="34" charset="0"/>
                <a:cs typeface="Tahoma" panose="020B0604030504040204" pitchFamily="34" charset="0"/>
              </a:defRPr>
            </a:lvl3pPr>
            <a:lvl4pPr marL="1163638" indent="-301625">
              <a:defRPr sz="1400">
                <a:latin typeface="Tahoma" panose="020B0604030504040204" pitchFamily="34" charset="0"/>
                <a:ea typeface="Tahoma" panose="020B0604030504040204" pitchFamily="34" charset="0"/>
                <a:cs typeface="Tahoma" panose="020B0604030504040204" pitchFamily="34" charset="0"/>
              </a:defRPr>
            </a:lvl4pPr>
          </a:lstStyle>
          <a:p>
            <a:pPr lvl="0"/>
            <a:r>
              <a:rPr lang="en-GB"/>
              <a:t>Click to add text</a:t>
            </a:r>
          </a:p>
          <a:p>
            <a:pPr lvl="1"/>
            <a:r>
              <a:rPr lang="en-GB"/>
              <a:t>Second Bullet Point</a:t>
            </a:r>
          </a:p>
          <a:p>
            <a:pPr lvl="2"/>
            <a:r>
              <a:rPr lang="en-GB"/>
              <a:t>Third Bullet Point</a:t>
            </a:r>
          </a:p>
          <a:p>
            <a:pPr lvl="3"/>
            <a:endParaRPr lang="en-GB"/>
          </a:p>
        </p:txBody>
      </p:sp>
      <p:sp>
        <p:nvSpPr>
          <p:cNvPr id="9" name="Text Placeholder 5">
            <a:extLst>
              <a:ext uri="{FF2B5EF4-FFF2-40B4-BE49-F238E27FC236}">
                <a16:creationId xmlns:a16="http://schemas.microsoft.com/office/drawing/2014/main" id="{FF3D7498-87F0-4A21-88E6-B20F93100695}"/>
              </a:ext>
            </a:extLst>
          </p:cNvPr>
          <p:cNvSpPr>
            <a:spLocks noGrp="1"/>
          </p:cNvSpPr>
          <p:nvPr>
            <p:ph type="body" sz="quarter" idx="10"/>
          </p:nvPr>
        </p:nvSpPr>
        <p:spPr>
          <a:xfrm>
            <a:off x="899591" y="689700"/>
            <a:ext cx="6515621" cy="651068"/>
          </a:xfrm>
          <a:prstGeom prst="rect">
            <a:avLst/>
          </a:prstGeom>
          <a:solidFill>
            <a:schemeClr val="bg1"/>
          </a:solidFill>
          <a:ln w="28575">
            <a:solidFill>
              <a:schemeClr val="tx1"/>
            </a:solidFill>
          </a:ln>
        </p:spPr>
        <p:txBody>
          <a:bodyPr lIns="0" tIns="0" rIns="0" bIns="0"/>
          <a:lstStyle>
            <a:lvl1pPr marL="0" indent="0">
              <a:lnSpc>
                <a:spcPts val="4200"/>
              </a:lnSpc>
              <a:buFontTx/>
              <a:buNone/>
              <a:defRPr sz="4000" b="0" i="0">
                <a:solidFill>
                  <a:srgbClr val="16818D"/>
                </a:solidFill>
                <a:latin typeface="+mj-lt"/>
                <a:ea typeface="Georgia"/>
                <a:cs typeface="Georgia"/>
              </a:defRPr>
            </a:lvl1pPr>
          </a:lstStyle>
          <a:p>
            <a:pPr lvl="0"/>
            <a:r>
              <a:rPr lang="en-US"/>
              <a:t>Edit Master text styles</a:t>
            </a:r>
          </a:p>
        </p:txBody>
      </p:sp>
    </p:spTree>
    <p:extLst>
      <p:ext uri="{BB962C8B-B14F-4D97-AF65-F5344CB8AC3E}">
        <p14:creationId xmlns:p14="http://schemas.microsoft.com/office/powerpoint/2010/main" val="2916694899"/>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2880">
          <p15:clr>
            <a:srgbClr val="FBAE40"/>
          </p15:clr>
        </p15:guide>
        <p15:guide id="3" pos="3856">
          <p15:clr>
            <a:srgbClr val="FBAE40"/>
          </p15:clr>
        </p15:guide>
        <p15:guide id="4" pos="3833">
          <p15:clr>
            <a:srgbClr val="FBAE40"/>
          </p15:clr>
        </p15:guide>
        <p15:guide id="6" orient="horz" pos="2590">
          <p15:clr>
            <a:srgbClr val="FBAE40"/>
          </p15:clr>
        </p15:guide>
        <p15:guide id="7" orient="horz" pos="261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152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Placeholder 12"/>
          <p:cNvSpPr>
            <a:spLocks noGrp="1"/>
          </p:cNvSpPr>
          <p:nvPr>
            <p:ph type="body" sz="quarter" idx="12"/>
          </p:nvPr>
        </p:nvSpPr>
        <p:spPr>
          <a:xfrm>
            <a:off x="1042988" y="1916832"/>
            <a:ext cx="7058025" cy="3528392"/>
          </a:xfrm>
          <a:prstGeom prst="rect">
            <a:avLst/>
          </a:prstGeom>
        </p:spPr>
        <p:txBody>
          <a:bodyPr/>
          <a:lstStyle>
            <a:lvl1pPr marL="0" indent="0">
              <a:lnSpc>
                <a:spcPts val="3600"/>
              </a:lnSpc>
              <a:buNone/>
              <a:defRPr sz="2800" b="0" i="1" baseline="0">
                <a:solidFill>
                  <a:srgbClr val="16818D"/>
                </a:solidFill>
                <a:latin typeface="+mn-lt"/>
              </a:defRPr>
            </a:lvl1pPr>
            <a:lvl2pPr marL="609600" indent="0">
              <a:lnSpc>
                <a:spcPts val="3600"/>
              </a:lnSpc>
              <a:buNone/>
              <a:defRPr sz="2800" b="0" i="1" baseline="0">
                <a:solidFill>
                  <a:srgbClr val="16818D"/>
                </a:solidFill>
                <a:latin typeface="+mn-lt"/>
              </a:defRPr>
            </a:lvl2pPr>
            <a:lvl3pPr marL="1219200" indent="0">
              <a:lnSpc>
                <a:spcPts val="3600"/>
              </a:lnSpc>
              <a:buNone/>
              <a:defRPr sz="2800" b="0" i="1" baseline="0">
                <a:solidFill>
                  <a:srgbClr val="16818D"/>
                </a:solidFill>
                <a:latin typeface="+mn-lt"/>
              </a:defRPr>
            </a:lvl3pPr>
            <a:lvl4pPr marL="1828800" indent="0">
              <a:lnSpc>
                <a:spcPts val="3600"/>
              </a:lnSpc>
              <a:buNone/>
              <a:defRPr sz="2800" b="0" i="1" baseline="0">
                <a:solidFill>
                  <a:srgbClr val="16818D"/>
                </a:solidFill>
                <a:latin typeface="+mn-lt"/>
              </a:defRPr>
            </a:lvl4pPr>
            <a:lvl5pPr marL="2438400" indent="0">
              <a:lnSpc>
                <a:spcPts val="3600"/>
              </a:lnSpc>
              <a:buNone/>
              <a:defRPr sz="2800" b="0" i="1" baseline="0">
                <a:solidFill>
                  <a:srgbClr val="16818D"/>
                </a:solidFill>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p:cNvSpPr>
            <a:spLocks noGrp="1"/>
          </p:cNvSpPr>
          <p:nvPr>
            <p:ph type="body" sz="quarter" idx="13"/>
          </p:nvPr>
        </p:nvSpPr>
        <p:spPr>
          <a:xfrm>
            <a:off x="1042988" y="5661025"/>
            <a:ext cx="7058025" cy="1196975"/>
          </a:xfrm>
          <a:prstGeom prst="rect">
            <a:avLst/>
          </a:prstGeom>
        </p:spPr>
        <p:txBody>
          <a:bodyPr/>
          <a:lstStyle>
            <a:lvl1pPr marL="0" indent="0" algn="r">
              <a:lnSpc>
                <a:spcPts val="1800"/>
              </a:lnSpc>
              <a:buNone/>
              <a:defRPr sz="1200" baseline="0">
                <a:solidFill>
                  <a:schemeClr val="tx1"/>
                </a:solidFill>
                <a:latin typeface="+mn-lt"/>
              </a:defRPr>
            </a:lvl1pPr>
            <a:lvl2pPr marL="609600" indent="0" algn="r">
              <a:lnSpc>
                <a:spcPts val="1800"/>
              </a:lnSpc>
              <a:buNone/>
              <a:defRPr sz="1200" baseline="0">
                <a:solidFill>
                  <a:schemeClr val="tx1"/>
                </a:solidFill>
                <a:latin typeface="+mn-lt"/>
              </a:defRPr>
            </a:lvl2pPr>
            <a:lvl3pPr marL="1219200" indent="0" algn="r">
              <a:lnSpc>
                <a:spcPts val="1800"/>
              </a:lnSpc>
              <a:buNone/>
              <a:defRPr sz="1200" baseline="0">
                <a:solidFill>
                  <a:schemeClr val="tx1"/>
                </a:solidFill>
                <a:latin typeface="+mn-lt"/>
              </a:defRPr>
            </a:lvl3pPr>
            <a:lvl4pPr marL="1828800" indent="0" algn="r">
              <a:lnSpc>
                <a:spcPts val="1800"/>
              </a:lnSpc>
              <a:buNone/>
              <a:defRPr sz="1200" baseline="0">
                <a:solidFill>
                  <a:schemeClr val="tx1"/>
                </a:solidFill>
                <a:latin typeface="+mn-lt"/>
              </a:defRPr>
            </a:lvl4pPr>
            <a:lvl5pPr marL="2438400" indent="0" algn="r">
              <a:lnSpc>
                <a:spcPts val="1800"/>
              </a:lnSpc>
              <a:buNone/>
              <a:defRPr sz="1200" baseline="0">
                <a:solidFill>
                  <a:schemeClr val="tx1"/>
                </a:solidFill>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865696"/>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57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152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Placeholder 12"/>
          <p:cNvSpPr>
            <a:spLocks noGrp="1"/>
          </p:cNvSpPr>
          <p:nvPr>
            <p:ph type="body" sz="quarter" idx="12" hasCustomPrompt="1"/>
          </p:nvPr>
        </p:nvSpPr>
        <p:spPr>
          <a:xfrm>
            <a:off x="215403" y="2852936"/>
            <a:ext cx="4283969" cy="2592288"/>
          </a:xfrm>
          <a:prstGeom prst="rect">
            <a:avLst/>
          </a:prstGeom>
        </p:spPr>
        <p:txBody>
          <a:bodyPr/>
          <a:lstStyle>
            <a:lvl1pPr marL="0" indent="0" algn="r">
              <a:lnSpc>
                <a:spcPts val="9600"/>
              </a:lnSpc>
              <a:buNone/>
              <a:defRPr sz="13000" b="0" i="0" baseline="0">
                <a:solidFill>
                  <a:srgbClr val="16818D"/>
                </a:solidFill>
                <a:latin typeface="+mn-lt"/>
                <a:ea typeface="Georgia" charset="0"/>
                <a:cs typeface="Georgia" charset="0"/>
              </a:defRPr>
            </a:lvl1pPr>
            <a:lvl2pPr marL="609600" indent="0" algn="r">
              <a:lnSpc>
                <a:spcPts val="3600"/>
              </a:lnSpc>
              <a:buNone/>
              <a:defRPr sz="9600" b="0" i="0" baseline="0">
                <a:solidFill>
                  <a:schemeClr val="bg1"/>
                </a:solidFill>
                <a:latin typeface="Georgia" charset="0"/>
                <a:ea typeface="Georgia" charset="0"/>
                <a:cs typeface="Georgia" charset="0"/>
              </a:defRPr>
            </a:lvl2pPr>
            <a:lvl3pPr marL="1219200" indent="0" algn="r">
              <a:lnSpc>
                <a:spcPts val="3600"/>
              </a:lnSpc>
              <a:buNone/>
              <a:defRPr sz="9600" b="0" i="0" baseline="0">
                <a:solidFill>
                  <a:schemeClr val="bg1"/>
                </a:solidFill>
                <a:latin typeface="Georgia" charset="0"/>
                <a:ea typeface="Georgia" charset="0"/>
                <a:cs typeface="Georgia" charset="0"/>
              </a:defRPr>
            </a:lvl3pPr>
            <a:lvl4pPr marL="1828800" indent="0" algn="r">
              <a:lnSpc>
                <a:spcPts val="3600"/>
              </a:lnSpc>
              <a:buNone/>
              <a:defRPr sz="9600" b="0" i="0" baseline="0">
                <a:solidFill>
                  <a:schemeClr val="bg1"/>
                </a:solidFill>
                <a:latin typeface="Georgia" charset="0"/>
                <a:ea typeface="Georgia" charset="0"/>
                <a:cs typeface="Georgia" charset="0"/>
              </a:defRPr>
            </a:lvl4pPr>
            <a:lvl5pPr marL="2438400" indent="0" algn="r">
              <a:lnSpc>
                <a:spcPts val="3600"/>
              </a:lnSpc>
              <a:buNone/>
              <a:defRPr sz="9600" b="0" i="0" baseline="0">
                <a:solidFill>
                  <a:schemeClr val="bg1"/>
                </a:solidFill>
                <a:latin typeface="Georgia" charset="0"/>
                <a:ea typeface="Georgia" charset="0"/>
                <a:cs typeface="Georgia" charset="0"/>
              </a:defRPr>
            </a:lvl5pPr>
          </a:lstStyle>
          <a:p>
            <a:pPr lvl="0"/>
            <a:r>
              <a:rPr lang="en-GB"/>
              <a:t>100%</a:t>
            </a:r>
          </a:p>
        </p:txBody>
      </p:sp>
      <p:sp>
        <p:nvSpPr>
          <p:cNvPr id="10" name="Text Placeholder 14"/>
          <p:cNvSpPr>
            <a:spLocks noGrp="1"/>
          </p:cNvSpPr>
          <p:nvPr>
            <p:ph type="body" sz="quarter" idx="13"/>
          </p:nvPr>
        </p:nvSpPr>
        <p:spPr>
          <a:xfrm>
            <a:off x="4715395" y="2870014"/>
            <a:ext cx="3601021" cy="2575209"/>
          </a:xfrm>
          <a:prstGeom prst="rect">
            <a:avLst/>
          </a:prstGeom>
        </p:spPr>
        <p:txBody>
          <a:bodyPr/>
          <a:lstStyle>
            <a:lvl1pPr marL="0" indent="0" algn="l">
              <a:lnSpc>
                <a:spcPts val="2200"/>
              </a:lnSpc>
              <a:buNone/>
              <a:defRPr sz="1800" baseline="0">
                <a:solidFill>
                  <a:srgbClr val="16818D"/>
                </a:solidFill>
                <a:latin typeface="+mn-lt"/>
              </a:defRPr>
            </a:lvl1pPr>
            <a:lvl2pPr marL="609600" indent="0" algn="l">
              <a:lnSpc>
                <a:spcPts val="2200"/>
              </a:lnSpc>
              <a:buNone/>
              <a:defRPr sz="1800" baseline="0">
                <a:solidFill>
                  <a:srgbClr val="16818D"/>
                </a:solidFill>
                <a:latin typeface="+mn-lt"/>
              </a:defRPr>
            </a:lvl2pPr>
            <a:lvl3pPr marL="1219200" indent="0" algn="l">
              <a:lnSpc>
                <a:spcPts val="2200"/>
              </a:lnSpc>
              <a:buNone/>
              <a:defRPr sz="1800" baseline="0">
                <a:solidFill>
                  <a:srgbClr val="16818D"/>
                </a:solidFill>
                <a:latin typeface="+mn-lt"/>
              </a:defRPr>
            </a:lvl3pPr>
            <a:lvl4pPr marL="1828800" indent="0" algn="l">
              <a:lnSpc>
                <a:spcPts val="2200"/>
              </a:lnSpc>
              <a:buNone/>
              <a:defRPr sz="1800" baseline="0">
                <a:solidFill>
                  <a:srgbClr val="16818D"/>
                </a:solidFill>
                <a:latin typeface="+mn-lt"/>
              </a:defRPr>
            </a:lvl4pPr>
            <a:lvl5pPr marL="2438400" indent="0" algn="l">
              <a:lnSpc>
                <a:spcPts val="2200"/>
              </a:lnSpc>
              <a:buNone/>
              <a:defRPr sz="1800" baseline="0">
                <a:solidFill>
                  <a:srgbClr val="16818D"/>
                </a:solidFill>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4"/>
          <p:cNvSpPr>
            <a:spLocks noGrp="1"/>
          </p:cNvSpPr>
          <p:nvPr>
            <p:ph type="body" sz="quarter" idx="14"/>
          </p:nvPr>
        </p:nvSpPr>
        <p:spPr>
          <a:xfrm>
            <a:off x="970980" y="5661025"/>
            <a:ext cx="7129412" cy="648295"/>
          </a:xfrm>
          <a:prstGeom prst="rect">
            <a:avLst/>
          </a:prstGeom>
        </p:spPr>
        <p:txBody>
          <a:bodyPr/>
          <a:lstStyle>
            <a:lvl1pPr marL="0" indent="0" algn="r">
              <a:lnSpc>
                <a:spcPts val="1400"/>
              </a:lnSpc>
              <a:buNone/>
              <a:defRPr sz="1000" baseline="0">
                <a:solidFill>
                  <a:schemeClr val="tx1"/>
                </a:solidFill>
                <a:latin typeface="+mn-lt"/>
              </a:defRPr>
            </a:lvl1pPr>
            <a:lvl2pPr marL="609600" indent="0" algn="r">
              <a:lnSpc>
                <a:spcPts val="1400"/>
              </a:lnSpc>
              <a:buNone/>
              <a:defRPr sz="1000" baseline="0">
                <a:solidFill>
                  <a:schemeClr val="tx1"/>
                </a:solidFill>
                <a:latin typeface="+mn-lt"/>
              </a:defRPr>
            </a:lvl2pPr>
            <a:lvl3pPr marL="1219200" indent="0" algn="r">
              <a:lnSpc>
                <a:spcPts val="1400"/>
              </a:lnSpc>
              <a:buNone/>
              <a:defRPr sz="1000" baseline="0">
                <a:solidFill>
                  <a:schemeClr val="tx1"/>
                </a:solidFill>
                <a:latin typeface="+mn-lt"/>
              </a:defRPr>
            </a:lvl3pPr>
            <a:lvl4pPr marL="1828800" indent="0" algn="r">
              <a:lnSpc>
                <a:spcPts val="1400"/>
              </a:lnSpc>
              <a:buNone/>
              <a:defRPr sz="1000" baseline="0">
                <a:solidFill>
                  <a:schemeClr val="tx1"/>
                </a:solidFill>
                <a:latin typeface="+mn-lt"/>
              </a:defRPr>
            </a:lvl4pPr>
            <a:lvl5pPr marL="2438400" indent="0" algn="r">
              <a:lnSpc>
                <a:spcPts val="1400"/>
              </a:lnSpc>
              <a:buNone/>
              <a:defRPr sz="1000" baseline="0">
                <a:solidFill>
                  <a:schemeClr val="tx1"/>
                </a:solidFill>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6702825"/>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184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3950"/>
            <a:ext cx="7342188" cy="1924050"/>
          </a:xfrm>
          <a:solidFill>
            <a:schemeClr val="bg1">
              <a:lumMod val="95000"/>
            </a:schemeClr>
          </a:solidFill>
        </p:spPr>
        <p:txBody>
          <a:bodyPr anchor="b" anchorCtr="0">
            <a:noAutofit/>
          </a:bodyPr>
          <a:lstStyle>
            <a:lvl1pPr>
              <a:defRPr sz="5400" kern="1200">
                <a:solidFill>
                  <a:schemeClr val="tx1">
                    <a:lumMod val="75000"/>
                    <a:lumOff val="25000"/>
                  </a:schemeClr>
                </a:solidFill>
                <a:latin typeface="+mj-lt"/>
                <a:ea typeface="+mj-ea"/>
                <a:cs typeface="+mj-cs"/>
              </a:defRPr>
            </a:lvl1pPr>
          </a:lstStyle>
          <a:p>
            <a:r>
              <a:rPr lang="en-GB"/>
              <a:t>Click to edit Master title style</a:t>
            </a:r>
            <a:endParaRPr/>
          </a:p>
        </p:txBody>
      </p:sp>
      <p:sp>
        <p:nvSpPr>
          <p:cNvPr id="3" name="Subtitle 2"/>
          <p:cNvSpPr>
            <a:spLocks noGrp="1"/>
          </p:cNvSpPr>
          <p:nvPr>
            <p:ph type="subTitle" idx="1"/>
          </p:nvPr>
        </p:nvSpPr>
        <p:spPr>
          <a:xfrm>
            <a:off x="914400" y="3429000"/>
            <a:ext cx="7342188" cy="1752600"/>
          </a:xfrm>
        </p:spPr>
        <p:txBody>
          <a:bodyPr vert="horz" lIns="91440" tIns="45720" rIns="91440" bIns="45720" rtlCol="0">
            <a:normAutofit/>
          </a:bodyPr>
          <a:lstStyle>
            <a:lvl1pPr marL="0" indent="0" algn="ctr" defTabSz="914400" rtl="0" eaLnBrk="1" latinLnBrk="0" hangingPunct="1">
              <a:spcBef>
                <a:spcPts val="300"/>
              </a:spcBef>
              <a:buClr>
                <a:schemeClr val="tx1">
                  <a:lumMod val="75000"/>
                  <a:lumOff val="25000"/>
                </a:schemeClr>
              </a:buClr>
              <a:buFont typeface="Arial" pitchFamily="34" charset="0"/>
              <a:buNone/>
              <a:defRPr sz="2000" kern="1200">
                <a:solidFill>
                  <a:schemeClr val="tx1">
                    <a:lumMod val="75000"/>
                    <a:lumOff val="2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a:p>
        </p:txBody>
      </p:sp>
      <p:sp>
        <p:nvSpPr>
          <p:cNvPr id="4" name="Date Placeholder 3"/>
          <p:cNvSpPr>
            <a:spLocks noGrp="1"/>
          </p:cNvSpPr>
          <p:nvPr>
            <p:ph type="dt" sz="half" idx="10"/>
          </p:nvPr>
        </p:nvSpPr>
        <p:spPr>
          <a:xfrm>
            <a:off x="573741" y="6122894"/>
            <a:ext cx="2133600" cy="259317"/>
          </a:xfrm>
        </p:spPr>
        <p:txBody>
          <a:bodyPr/>
          <a:lstStyle/>
          <a:p>
            <a:fld id="{8BFA0221-2387-744C-8F72-72D7557BFC7D}" type="datetimeFigureOut">
              <a:rPr lang="en-US" smtClean="0"/>
              <a:t>3/24/2026</a:t>
            </a:fld>
            <a:endParaRPr lang="en-US"/>
          </a:p>
        </p:txBody>
      </p:sp>
      <p:sp>
        <p:nvSpPr>
          <p:cNvPr id="5" name="Footer Placeholder 4"/>
          <p:cNvSpPr>
            <a:spLocks noGrp="1"/>
          </p:cNvSpPr>
          <p:nvPr>
            <p:ph type="ftr" sz="quarter" idx="11"/>
          </p:nvPr>
        </p:nvSpPr>
        <p:spPr>
          <a:xfrm>
            <a:off x="5638800" y="6122894"/>
            <a:ext cx="2895600" cy="257810"/>
          </a:xfrm>
        </p:spPr>
        <p:txBody>
          <a:bodyPr/>
          <a:lstStyle/>
          <a:p>
            <a:endParaRPr lang="en-US"/>
          </a:p>
        </p:txBody>
      </p:sp>
      <p:sp>
        <p:nvSpPr>
          <p:cNvPr id="6" name="Slide Number Placeholder 5"/>
          <p:cNvSpPr>
            <a:spLocks noGrp="1"/>
          </p:cNvSpPr>
          <p:nvPr>
            <p:ph type="sldNum" sz="quarter" idx="12"/>
          </p:nvPr>
        </p:nvSpPr>
        <p:spPr>
          <a:xfrm>
            <a:off x="4191000" y="6122894"/>
            <a:ext cx="762000" cy="271463"/>
          </a:xfrm>
        </p:spPr>
        <p:txBody>
          <a:bodyPr/>
          <a:lstStyle/>
          <a:p>
            <a:fld id="{5B5D73CF-C70E-FB42-917F-1C54CEE7B152}" type="slidenum">
              <a:rPr lang="en-US" smtClean="0"/>
              <a:t>‹#›</a:t>
            </a:fld>
            <a:endParaRPr lang="en-US"/>
          </a:p>
        </p:txBody>
      </p:sp>
    </p:spTree>
    <p:extLst>
      <p:ext uri="{BB962C8B-B14F-4D97-AF65-F5344CB8AC3E}">
        <p14:creationId xmlns:p14="http://schemas.microsoft.com/office/powerpoint/2010/main" val="440530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a:p>
        </p:txBody>
      </p:sp>
      <p:sp>
        <p:nvSpPr>
          <p:cNvPr id="3" name="Content Placeholder 2"/>
          <p:cNvSpPr>
            <a:spLocks noGrp="1"/>
          </p:cNvSpPr>
          <p:nvPr>
            <p:ph idx="1"/>
          </p:nvPr>
        </p:nvSpPr>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4" name="Date Placeholder 3"/>
          <p:cNvSpPr>
            <a:spLocks noGrp="1"/>
          </p:cNvSpPr>
          <p:nvPr>
            <p:ph type="dt" sz="half" idx="10"/>
          </p:nvPr>
        </p:nvSpPr>
        <p:spPr/>
        <p:txBody>
          <a:bodyPr/>
          <a:lstStyle/>
          <a:p>
            <a:fld id="{8BFA0221-2387-744C-8F72-72D7557BFC7D}"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5D73CF-C70E-FB42-917F-1C54CEE7B152}" type="slidenum">
              <a:rPr lang="en-US" smtClean="0"/>
              <a:t>‹#›</a:t>
            </a:fld>
            <a:endParaRPr lang="en-US"/>
          </a:p>
        </p:txBody>
      </p:sp>
    </p:spTree>
    <p:extLst>
      <p:ext uri="{BB962C8B-B14F-4D97-AF65-F5344CB8AC3E}">
        <p14:creationId xmlns:p14="http://schemas.microsoft.com/office/powerpoint/2010/main" val="25382596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1A9DAC"/>
        </a:solidFill>
        <a:effectLst/>
      </p:bgPr>
    </p:bg>
    <p:spTree>
      <p:nvGrpSpPr>
        <p:cNvPr id="1" name=""/>
        <p:cNvGrpSpPr/>
        <p:nvPr/>
      </p:nvGrpSpPr>
      <p:grpSpPr>
        <a:xfrm>
          <a:off x="0" y="0"/>
          <a:ext cx="0" cy="0"/>
          <a:chOff x="0" y="0"/>
          <a:chExt cx="0" cy="0"/>
        </a:xfrm>
      </p:grpSpPr>
      <p:pic>
        <p:nvPicPr>
          <p:cNvPr id="6" name="Picture 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7584" y="0"/>
            <a:ext cx="1787872" cy="89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050826" y="1915479"/>
            <a:ext cx="5689524" cy="2089585"/>
          </a:xfrm>
          <a:prstGeom prst="rect">
            <a:avLst/>
          </a:prstGeom>
        </p:spPr>
        <p:txBody>
          <a:bodyPr lIns="0" tIns="0" rIns="0" bIns="0"/>
          <a:lstStyle>
            <a:lvl1pPr>
              <a:defRPr>
                <a:solidFill>
                  <a:schemeClr val="bg1"/>
                </a:solidFill>
              </a:defRPr>
            </a:lvl1pPr>
          </a:lstStyle>
          <a:p>
            <a:r>
              <a:rPr lang="en-US"/>
              <a:t>Click to edit Master title style</a:t>
            </a:r>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586421" y="1916832"/>
            <a:ext cx="1219139" cy="269081"/>
          </a:xfrm>
          <a:prstGeom prst="rect">
            <a:avLst/>
          </a:prstGeom>
        </p:spPr>
        <p:txBody>
          <a:bodyPr lIns="0" tIns="0" rIns="0" bIns="0"/>
          <a:lstStyle>
            <a:lvl1pPr marL="0" indent="0">
              <a:lnSpc>
                <a:spcPct val="100000"/>
              </a:lnSpc>
              <a:spcBef>
                <a:spcPts val="0"/>
              </a:spcBef>
              <a:buFontTx/>
              <a:buNone/>
              <a:defRPr sz="1600" b="0" i="0">
                <a:solidFill>
                  <a:schemeClr val="bg1"/>
                </a:solidFill>
                <a:latin typeface="+mj-lt"/>
                <a:ea typeface="Tahoma" charset="0"/>
                <a:cs typeface="Tahoma" charset="0"/>
              </a:defRPr>
            </a:lvl1pPr>
          </a:lstStyle>
          <a:p>
            <a:pPr lvl="0"/>
            <a:r>
              <a:rPr lang="en-US"/>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586420" y="2323737"/>
            <a:ext cx="1219139" cy="589902"/>
          </a:xfrm>
          <a:prstGeom prst="rect">
            <a:avLst/>
          </a:prstGeom>
        </p:spPr>
        <p:txBody>
          <a:bodyPr lIns="0" tIns="0" rIns="0" bIns="0"/>
          <a:lstStyle>
            <a:lvl1pPr marL="0" indent="0">
              <a:lnSpc>
                <a:spcPct val="100000"/>
              </a:lnSpc>
              <a:spcBef>
                <a:spcPts val="0"/>
              </a:spcBef>
              <a:buFontTx/>
              <a:buNone/>
              <a:defRPr sz="1800" b="1" i="0">
                <a:solidFill>
                  <a:schemeClr val="bg1"/>
                </a:solidFill>
                <a:latin typeface="+mj-lt"/>
                <a:ea typeface="Tahoma" charset="0"/>
                <a:cs typeface="Tahoma" charset="0"/>
              </a:defRPr>
            </a:lvl1pPr>
          </a:lstStyle>
          <a:p>
            <a:pPr lvl="0"/>
            <a:r>
              <a:rPr lang="en-US"/>
              <a:t>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598505" y="3206843"/>
            <a:ext cx="1219139" cy="589902"/>
          </a:xfrm>
          <a:prstGeom prst="rect">
            <a:avLst/>
          </a:prstGeom>
        </p:spPr>
        <p:txBody>
          <a:bodyPr lIns="0" tIns="0" rIns="0" bIns="0"/>
          <a:lstStyle>
            <a:lvl1pPr marL="0" indent="0">
              <a:lnSpc>
                <a:spcPct val="100000"/>
              </a:lnSpc>
              <a:spcBef>
                <a:spcPts val="0"/>
              </a:spcBef>
              <a:buFontTx/>
              <a:buNone/>
              <a:defRPr sz="1800" b="1" i="0">
                <a:solidFill>
                  <a:schemeClr val="bg1"/>
                </a:solidFill>
                <a:latin typeface="+mj-lt"/>
                <a:ea typeface="Tahoma" charset="0"/>
                <a:cs typeface="Tahoma" charset="0"/>
              </a:defRPr>
            </a:lvl1pPr>
          </a:lstStyle>
          <a:p>
            <a:pPr lvl="0"/>
            <a:r>
              <a:rPr lang="en-US"/>
              <a:t>Edit Master text styles</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userDrawn="1"/>
        </p:nvCxnSpPr>
        <p:spPr>
          <a:xfrm>
            <a:off x="1919288" y="1916832"/>
            <a:ext cx="0" cy="3802212"/>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598505" y="5373216"/>
            <a:ext cx="1219139" cy="345828"/>
          </a:xfrm>
          <a:prstGeom prst="rect">
            <a:avLst/>
          </a:prstGeom>
        </p:spPr>
        <p:txBody>
          <a:bodyPr lIns="0" tIns="0" rIns="0" bIns="0"/>
          <a:lstStyle>
            <a:lvl1pPr marL="0" indent="0">
              <a:lnSpc>
                <a:spcPct val="100000"/>
              </a:lnSpc>
              <a:spcBef>
                <a:spcPts val="0"/>
              </a:spcBef>
              <a:buFontTx/>
              <a:buNone/>
              <a:defRPr sz="1600" b="0" i="0">
                <a:solidFill>
                  <a:schemeClr val="bg1"/>
                </a:solidFill>
                <a:latin typeface="+mn-lt"/>
                <a:ea typeface="Tahoma"/>
                <a:cs typeface="Tahoma"/>
              </a:defRPr>
            </a:lvl1pPr>
          </a:lstStyle>
          <a:p>
            <a:pPr lvl="0"/>
            <a:r>
              <a:rPr lang="en-US"/>
              <a:t>Presentation date</a:t>
            </a:r>
          </a:p>
        </p:txBody>
      </p:sp>
    </p:spTree>
    <p:extLst>
      <p:ext uri="{BB962C8B-B14F-4D97-AF65-F5344CB8AC3E}">
        <p14:creationId xmlns:p14="http://schemas.microsoft.com/office/powerpoint/2010/main" val="821721044"/>
      </p:ext>
    </p:extLst>
  </p:cSld>
  <p:clrMapOvr>
    <a:masterClrMapping/>
  </p:clrMapOvr>
  <p:transition spd="slow">
    <p:fade/>
  </p:transition>
  <p:extLst>
    <p:ext uri="{DCECCB84-F9BA-43D5-87BE-67443E8EF086}">
      <p15:sldGuideLst xmlns:p15="http://schemas.microsoft.com/office/powerpoint/2012/main">
        <p15:guide id="1" orient="horz" pos="1207" userDrawn="1">
          <p15:clr>
            <a:srgbClr val="FBAE40"/>
          </p15:clr>
        </p15:guide>
        <p15:guide id="2" pos="129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4002" y="692696"/>
            <a:ext cx="7886700" cy="1081782"/>
          </a:xfrm>
          <a:prstGeom prst="rect">
            <a:avLst/>
          </a:prstGeom>
          <a:solidFill>
            <a:schemeClr val="bg1"/>
          </a:solidFill>
          <a:ln w="41275">
            <a:solidFill>
              <a:schemeClr val="tx1"/>
            </a:solidFill>
          </a:ln>
        </p:spPr>
        <p:txBody>
          <a:bodyPr vert="horz" lIns="91440" tIns="45720" rIns="91440" bIns="45720" rtlCol="0" anchor="ctr">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499A445-7C63-41FB-BA4E-B53D1C4DBDA2}"/>
              </a:ext>
            </a:extLst>
          </p:cNvPr>
          <p:cNvSpPr>
            <a:spLocks noGrp="1"/>
          </p:cNvSpPr>
          <p:nvPr>
            <p:ph type="body" idx="1"/>
          </p:nvPr>
        </p:nvSpPr>
        <p:spPr>
          <a:xfrm>
            <a:off x="628650" y="2204864"/>
            <a:ext cx="8229600" cy="428801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2">
            <a:extLst>
              <a:ext uri="{FF2B5EF4-FFF2-40B4-BE49-F238E27FC236}">
                <a16:creationId xmlns:a16="http://schemas.microsoft.com/office/drawing/2014/main" id="{D3BAC310-AF2D-4537-9DBC-A18BD1DC57B0}"/>
              </a:ext>
            </a:extLst>
          </p:cNvPr>
          <p:cNvPicPr>
            <a:picLocks noChangeAspect="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74152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3972757"/>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Lst>
  <p:transition spd="slow">
    <p:fade/>
  </p:transition>
  <p:txStyles>
    <p:titleStyle>
      <a:lvl1pPr algn="ctr" defTabSz="606425" rtl="0" eaLnBrk="1" fontAlgn="base" hangingPunct="1">
        <a:spcBef>
          <a:spcPct val="0"/>
        </a:spcBef>
        <a:spcAft>
          <a:spcPct val="0"/>
        </a:spcAft>
        <a:defRPr sz="4400" kern="1200">
          <a:solidFill>
            <a:schemeClr val="tx1"/>
          </a:solidFill>
          <a:latin typeface="+mj-lt"/>
          <a:ea typeface="ＭＳ Ｐゴシック" charset="0"/>
          <a:cs typeface="ＭＳ Ｐゴシック" charset="0"/>
        </a:defRPr>
      </a:lvl1pPr>
      <a:lvl2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25" indent="-454025" algn="l" defTabSz="606425" rtl="0" eaLnBrk="1" fontAlgn="base" hangingPunct="1">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1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hyperlink" Target="https://bnssg.sdmcharts.co.uk/conditions/hip-osteoarthritis" TargetMode="External"/><Relationship Id="rId2" Type="http://schemas.openxmlformats.org/officeDocument/2006/relationships/notesSlide" Target="../notesSlides/notesSlide15.xml"/><Relationship Id="rId1" Type="http://schemas.openxmlformats.org/officeDocument/2006/relationships/slideLayout" Target="../slideLayouts/slideLayout16.xml"/><Relationship Id="rId5" Type="http://schemas.openxmlformats.org/officeDocument/2006/relationships/hyperlink" Target="https://www.versusarthritis.org/about-arthritis/" TargetMode="External"/><Relationship Id="rId4" Type="http://schemas.openxmlformats.org/officeDocument/2006/relationships/hyperlink" Target="https://www.nhs.uk/conditions/arthritis/"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ext Placeholder 1"/>
          <p:cNvSpPr>
            <a:spLocks noGrp="1"/>
          </p:cNvSpPr>
          <p:nvPr>
            <p:ph type="body" sz="quarter" idx="14"/>
          </p:nvPr>
        </p:nvSpPr>
        <p:spPr bwMode="auto">
          <a:xfrm>
            <a:off x="1982480" y="1272334"/>
            <a:ext cx="6351671" cy="159686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r>
              <a:rPr lang="en-GB" altLang="en-US" sz="2800" dirty="0">
                <a:solidFill>
                  <a:srgbClr val="FFFF00"/>
                </a:solidFill>
                <a:ea typeface="ＭＳ Ｐゴシック" charset="-128"/>
              </a:rPr>
              <a:t>Arthritis/Rheumatology Conditions</a:t>
            </a:r>
          </a:p>
          <a:p>
            <a:pPr eaLnBrk="1" hangingPunct="1">
              <a:spcBef>
                <a:spcPct val="0"/>
              </a:spcBef>
            </a:pPr>
            <a:r>
              <a:rPr lang="en-GB" altLang="en-US" sz="2800" dirty="0">
                <a:solidFill>
                  <a:srgbClr val="FFFF00"/>
                </a:solidFill>
                <a:ea typeface="ＭＳ Ｐゴシック" charset="-128"/>
              </a:rPr>
              <a:t>Part One/Course 1</a:t>
            </a:r>
          </a:p>
          <a:p>
            <a:pPr eaLnBrk="1" hangingPunct="1">
              <a:spcBef>
                <a:spcPct val="0"/>
              </a:spcBef>
            </a:pPr>
            <a:endParaRPr lang="en-GB" altLang="en-US" sz="2800" dirty="0">
              <a:solidFill>
                <a:srgbClr val="FFFF00"/>
              </a:solidFill>
              <a:ea typeface="ＭＳ Ｐゴシック" charset="-128"/>
            </a:endParaRPr>
          </a:p>
          <a:p>
            <a:pPr eaLnBrk="1" hangingPunct="1">
              <a:spcBef>
                <a:spcPct val="0"/>
              </a:spcBef>
            </a:pPr>
            <a:endParaRPr lang="en-GB" altLang="en-US" sz="2800" dirty="0">
              <a:solidFill>
                <a:srgbClr val="FFFF00"/>
              </a:solidFill>
              <a:ea typeface="ＭＳ Ｐゴシック" charset="-128"/>
            </a:endParaRPr>
          </a:p>
          <a:p>
            <a:pPr eaLnBrk="1" hangingPunct="1">
              <a:spcBef>
                <a:spcPct val="0"/>
              </a:spcBef>
            </a:pPr>
            <a:endParaRPr lang="en-GB" altLang="en-US" sz="2800" dirty="0">
              <a:solidFill>
                <a:srgbClr val="FFFF00"/>
              </a:solidFill>
              <a:ea typeface="ＭＳ Ｐゴシック" charset="-128"/>
            </a:endParaRPr>
          </a:p>
          <a:p>
            <a:pPr eaLnBrk="1" hangingPunct="1">
              <a:spcBef>
                <a:spcPct val="0"/>
              </a:spcBef>
            </a:pPr>
            <a:endParaRPr lang="en-GB" altLang="en-US" sz="2800" dirty="0">
              <a:solidFill>
                <a:srgbClr val="FFFF00"/>
              </a:solidFill>
              <a:ea typeface="ＭＳ Ｐゴシック" charset="-128"/>
            </a:endParaRPr>
          </a:p>
          <a:p>
            <a:pPr eaLnBrk="1" hangingPunct="1">
              <a:spcBef>
                <a:spcPct val="0"/>
              </a:spcBef>
            </a:pPr>
            <a:endParaRPr lang="en-GB" altLang="en-US" sz="2800" dirty="0">
              <a:solidFill>
                <a:srgbClr val="FFFF00"/>
              </a:solidFill>
              <a:ea typeface="ＭＳ Ｐゴシック" charset="-128"/>
            </a:endParaRPr>
          </a:p>
          <a:p>
            <a:pPr eaLnBrk="1" hangingPunct="1">
              <a:spcBef>
                <a:spcPct val="0"/>
              </a:spcBef>
            </a:pPr>
            <a:endParaRPr lang="en-GB" altLang="en-US" sz="2800" dirty="0">
              <a:solidFill>
                <a:srgbClr val="FFFF00"/>
              </a:solidFill>
              <a:ea typeface="ＭＳ Ｐゴシック" charset="-128"/>
            </a:endParaRPr>
          </a:p>
          <a:p>
            <a:pPr eaLnBrk="1" hangingPunct="1">
              <a:spcBef>
                <a:spcPct val="0"/>
              </a:spcBef>
            </a:pPr>
            <a:endParaRPr lang="en-GB" altLang="en-US" sz="2800" dirty="0">
              <a:solidFill>
                <a:srgbClr val="FFFF00"/>
              </a:solidFill>
              <a:ea typeface="ＭＳ Ｐゴシック" charset="-128"/>
            </a:endParaRPr>
          </a:p>
        </p:txBody>
      </p:sp>
      <p:sp>
        <p:nvSpPr>
          <p:cNvPr id="13314" name="Text Placeholder 2"/>
          <p:cNvSpPr>
            <a:spLocks noGrp="1"/>
          </p:cNvSpPr>
          <p:nvPr>
            <p:ph type="body" sz="quarter" idx="15"/>
          </p:nvPr>
        </p:nvSpPr>
        <p:spPr bwMode="auto">
          <a:xfrm>
            <a:off x="640800" y="1972800"/>
            <a:ext cx="1219139" cy="752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spcBef>
                <a:spcPct val="0"/>
              </a:spcBef>
            </a:pPr>
            <a:r>
              <a:rPr lang="en-GB" altLang="en-US" dirty="0">
                <a:ea typeface="ＭＳ Ｐゴシック" charset="-128"/>
              </a:rPr>
              <a:t>Presentation by</a:t>
            </a:r>
          </a:p>
          <a:p>
            <a:pPr>
              <a:spcBef>
                <a:spcPct val="0"/>
              </a:spcBef>
            </a:pPr>
            <a:endParaRPr lang="en-US" altLang="en-US" dirty="0">
              <a:ea typeface="ＭＳ Ｐゴシック" charset="-128"/>
            </a:endParaRPr>
          </a:p>
        </p:txBody>
      </p:sp>
      <p:sp>
        <p:nvSpPr>
          <p:cNvPr id="13315" name="Text Placeholder 3"/>
          <p:cNvSpPr>
            <a:spLocks noGrp="1"/>
          </p:cNvSpPr>
          <p:nvPr>
            <p:ph type="body" sz="quarter" idx="16"/>
          </p:nvPr>
        </p:nvSpPr>
        <p:spPr bwMode="auto">
          <a:xfrm>
            <a:off x="91440" y="2332799"/>
            <a:ext cx="1768499" cy="159686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spcBef>
                <a:spcPct val="0"/>
              </a:spcBef>
            </a:pPr>
            <a:r>
              <a:rPr lang="en-US" altLang="en-US" dirty="0">
                <a:ea typeface="ＭＳ Ｐゴシック"/>
              </a:rPr>
              <a:t>Dr Rob Grieve</a:t>
            </a:r>
          </a:p>
          <a:p>
            <a:pPr>
              <a:spcBef>
                <a:spcPct val="0"/>
              </a:spcBef>
            </a:pPr>
            <a:endParaRPr lang="en-US" altLang="en-US" dirty="0">
              <a:ea typeface="ＭＳ Ｐゴシック"/>
            </a:endParaRPr>
          </a:p>
          <a:p>
            <a:pPr>
              <a:spcBef>
                <a:spcPct val="0"/>
              </a:spcBef>
            </a:pPr>
            <a:endParaRPr lang="en-US" altLang="en-US" dirty="0">
              <a:ea typeface="ＭＳ Ｐゴシック"/>
            </a:endParaRPr>
          </a:p>
          <a:p>
            <a:pPr>
              <a:lnSpc>
                <a:spcPct val="100000"/>
              </a:lnSpc>
              <a:spcBef>
                <a:spcPct val="0"/>
              </a:spcBef>
            </a:pPr>
            <a:r>
              <a:rPr lang="en-US" altLang="en-US" dirty="0">
                <a:ea typeface="ＭＳ Ｐゴシック"/>
              </a:rPr>
              <a:t>Thanks to Pete Ellyatt for additional slides.</a:t>
            </a:r>
          </a:p>
        </p:txBody>
      </p:sp>
      <p:sp>
        <p:nvSpPr>
          <p:cNvPr id="5" name="TextBox 4">
            <a:extLst>
              <a:ext uri="{FF2B5EF4-FFF2-40B4-BE49-F238E27FC236}">
                <a16:creationId xmlns:a16="http://schemas.microsoft.com/office/drawing/2014/main" id="{7A5F5806-33AE-8F2F-89FB-4AB42F12A0FD}"/>
              </a:ext>
            </a:extLst>
          </p:cNvPr>
          <p:cNvSpPr txBox="1"/>
          <p:nvPr/>
        </p:nvSpPr>
        <p:spPr>
          <a:xfrm>
            <a:off x="1982480" y="3057231"/>
            <a:ext cx="5409559" cy="743537"/>
          </a:xfrm>
          <a:prstGeom prst="rect">
            <a:avLst/>
          </a:prstGeom>
          <a:noFill/>
        </p:spPr>
        <p:txBody>
          <a:bodyPr wrap="square">
            <a:spAutoFit/>
          </a:bodyPr>
          <a:lstStyle/>
          <a:p>
            <a:pPr marL="0" marR="0" lvl="0" indent="0" algn="ctr" defTabSz="606410" rtl="0" eaLnBrk="1" fontAlgn="base" latinLnBrk="0" hangingPunct="1">
              <a:lnSpc>
                <a:spcPts val="2600"/>
              </a:lnSpc>
              <a:spcBef>
                <a:spcPct val="0"/>
              </a:spcBef>
              <a:spcAft>
                <a:spcPct val="0"/>
              </a:spcAft>
              <a:buClrTx/>
              <a:buSzTx/>
              <a:buFontTx/>
              <a:buNone/>
              <a:tabLst/>
              <a:defRPr/>
            </a:pPr>
            <a:r>
              <a:rPr kumimoji="0" lang="en-GB" altLang="en-US" sz="2000" b="0" i="0" u="none" strike="noStrike" kern="1200" cap="none" spc="0" normalizeH="0" baseline="0" noProof="0" dirty="0">
                <a:ln>
                  <a:noFill/>
                </a:ln>
                <a:solidFill>
                  <a:prstClr val="white"/>
                </a:solidFill>
                <a:effectLst/>
                <a:uLnTx/>
                <a:uFillTx/>
                <a:latin typeface="Calibri" panose="020F0502020204030204" pitchFamily="34" charset="0"/>
                <a:ea typeface="ＭＳ Ｐゴシック" charset="-128"/>
                <a:cs typeface="Calibri" panose="020F0502020204030204" pitchFamily="34" charset="0"/>
              </a:rPr>
              <a:t>Exercise Prescription for Special Populations </a:t>
            </a:r>
          </a:p>
          <a:p>
            <a:pPr marL="0" marR="0" lvl="0" indent="0" algn="ctr" defTabSz="606410" rtl="0" eaLnBrk="1" fontAlgn="base" latinLnBrk="0" hangingPunct="1">
              <a:lnSpc>
                <a:spcPts val="2600"/>
              </a:lnSpc>
              <a:spcBef>
                <a:spcPct val="0"/>
              </a:spcBef>
              <a:spcAft>
                <a:spcPct val="0"/>
              </a:spcAft>
              <a:buClrTx/>
              <a:buSzTx/>
              <a:buFontTx/>
              <a:buNone/>
              <a:tabLst/>
              <a:defRPr/>
            </a:pPr>
            <a:r>
              <a:rPr kumimoji="0" lang="en-GB" sz="20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UZYKG9-15-3</a:t>
            </a:r>
            <a:endParaRPr kumimoji="0" lang="en-GB" altLang="en-US" sz="2000" b="0" i="0" u="none" strike="noStrike" kern="1200" cap="none" spc="0" normalizeH="0" baseline="0" noProof="0" dirty="0">
              <a:ln>
                <a:noFill/>
              </a:ln>
              <a:solidFill>
                <a:prstClr val="white"/>
              </a:solidFill>
              <a:effectLst/>
              <a:uLnTx/>
              <a:uFillTx/>
              <a:latin typeface="Calibri" panose="020F0502020204030204" pitchFamily="34" charset="0"/>
              <a:ea typeface="ＭＳ Ｐゴシック" charset="-128"/>
              <a:cs typeface="Calibri" panose="020F0502020204030204" pitchFamily="34" charset="0"/>
            </a:endParaRPr>
          </a:p>
        </p:txBody>
      </p:sp>
    </p:spTree>
    <p:extLst>
      <p:ext uri="{BB962C8B-B14F-4D97-AF65-F5344CB8AC3E}">
        <p14:creationId xmlns:p14="http://schemas.microsoft.com/office/powerpoint/2010/main" val="2192653962"/>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DA80673-2D74-DF13-3655-BCDD9D542F0B}"/>
              </a:ext>
            </a:extLst>
          </p:cNvPr>
          <p:cNvSpPr>
            <a:spLocks noGrp="1"/>
          </p:cNvSpPr>
          <p:nvPr>
            <p:ph type="body" sz="quarter" idx="10"/>
          </p:nvPr>
        </p:nvSpPr>
        <p:spPr>
          <a:xfrm>
            <a:off x="899591" y="455991"/>
            <a:ext cx="6515621" cy="812730"/>
          </a:xfrm>
        </p:spPr>
        <p:txBody>
          <a:bodyPr/>
          <a:lstStyle/>
          <a:p>
            <a:r>
              <a:rPr lang="en-GB"/>
              <a:t>Aims/Objectives/Content</a:t>
            </a:r>
          </a:p>
        </p:txBody>
      </p:sp>
      <p:sp>
        <p:nvSpPr>
          <p:cNvPr id="5" name="Text Placeholder 4">
            <a:extLst>
              <a:ext uri="{FF2B5EF4-FFF2-40B4-BE49-F238E27FC236}">
                <a16:creationId xmlns:a16="http://schemas.microsoft.com/office/drawing/2014/main" id="{88E9B27D-9BFE-8051-C041-FD2FAEBCD028}"/>
              </a:ext>
            </a:extLst>
          </p:cNvPr>
          <p:cNvSpPr>
            <a:spLocks noGrp="1"/>
          </p:cNvSpPr>
          <p:nvPr>
            <p:ph type="body" sz="quarter" idx="11"/>
          </p:nvPr>
        </p:nvSpPr>
        <p:spPr>
          <a:xfrm>
            <a:off x="669893" y="1835685"/>
            <a:ext cx="7484617" cy="4316539"/>
          </a:xfrm>
        </p:spPr>
        <p:txBody>
          <a:bodyPr>
            <a:normAutofit/>
          </a:bodyPr>
          <a:lstStyle/>
          <a:p>
            <a:pPr marL="285750" indent="-285750">
              <a:buFont typeface="Arial" panose="020B0604020202020204" pitchFamily="34" charset="0"/>
              <a:buChar char="•"/>
            </a:pPr>
            <a:r>
              <a:rPr lang="en-GB" sz="2400">
                <a:solidFill>
                  <a:schemeClr val="tx2"/>
                </a:solidFill>
              </a:rPr>
              <a:t>Brief overview of pathophysiology related to arthritic/rheumatology conditions population-Set the Scene.</a:t>
            </a:r>
          </a:p>
          <a:p>
            <a:pPr marL="285750" indent="-285750">
              <a:buFont typeface="Arial" panose="020B0604020202020204" pitchFamily="34" charset="0"/>
              <a:buChar char="•"/>
            </a:pPr>
            <a:r>
              <a:rPr lang="en-GB" sz="2400">
                <a:solidFill>
                  <a:schemeClr val="tx2"/>
                </a:solidFill>
              </a:rPr>
              <a:t>To recognise the benefits of physical activity and exercise in the management treatment of arthritic conditions. </a:t>
            </a:r>
          </a:p>
          <a:p>
            <a:pPr marL="285750" indent="-285750">
              <a:buFont typeface="Arial" panose="020B0604020202020204" pitchFamily="34" charset="0"/>
              <a:buChar char="•"/>
            </a:pPr>
            <a:r>
              <a:rPr lang="en-GB" sz="2400">
                <a:solidFill>
                  <a:schemeClr val="tx2"/>
                </a:solidFill>
              </a:rPr>
              <a:t>Evaluate the current evidence available to support exercise in arthritic conditions/population.</a:t>
            </a:r>
          </a:p>
          <a:p>
            <a:pPr marL="285750" indent="-285750">
              <a:buFont typeface="Arial" panose="020B0604020202020204" pitchFamily="34" charset="0"/>
              <a:buChar char="•"/>
            </a:pPr>
            <a:r>
              <a:rPr lang="en-GB" sz="2400">
                <a:solidFill>
                  <a:schemeClr val="tx2"/>
                </a:solidFill>
              </a:rPr>
              <a:t>To demonstrate evidence based practice in clinical exercise. </a:t>
            </a:r>
          </a:p>
          <a:p>
            <a:pPr marL="285750" indent="-285750">
              <a:buFont typeface="Arial" panose="020B0604020202020204" pitchFamily="34" charset="0"/>
              <a:buChar char="•"/>
            </a:pPr>
            <a:endParaRPr lang="en-GB" sz="2400"/>
          </a:p>
          <a:p>
            <a:pPr marL="285750" indent="-285750">
              <a:buFont typeface="Arial" panose="020B0604020202020204" pitchFamily="34" charset="0"/>
              <a:buChar char="•"/>
            </a:pPr>
            <a:endParaRPr lang="en-GB" sz="1800"/>
          </a:p>
          <a:p>
            <a:pPr marL="285750" indent="-285750">
              <a:buFont typeface="Arial" panose="020B0604020202020204" pitchFamily="34" charset="0"/>
              <a:buChar char="•"/>
            </a:pPr>
            <a:endParaRPr lang="en-GB" sz="1800"/>
          </a:p>
        </p:txBody>
      </p:sp>
    </p:spTree>
    <p:extLst>
      <p:ext uri="{BB962C8B-B14F-4D97-AF65-F5344CB8AC3E}">
        <p14:creationId xmlns:p14="http://schemas.microsoft.com/office/powerpoint/2010/main" val="2587951417"/>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9F47BA7-A42F-34F9-41D4-C6BF7D49FCF2}"/>
              </a:ext>
            </a:extLst>
          </p:cNvPr>
          <p:cNvSpPr>
            <a:spLocks noGrp="1"/>
          </p:cNvSpPr>
          <p:nvPr>
            <p:ph type="body" sz="quarter" idx="10"/>
          </p:nvPr>
        </p:nvSpPr>
        <p:spPr>
          <a:xfrm>
            <a:off x="687556" y="636175"/>
            <a:ext cx="6515621" cy="746124"/>
          </a:xfrm>
        </p:spPr>
        <p:txBody>
          <a:bodyPr/>
          <a:lstStyle/>
          <a:p>
            <a:r>
              <a:rPr lang="en-GB"/>
              <a:t>Arthritis/Rheumatology </a:t>
            </a:r>
            <a:endParaRPr lang="en-US"/>
          </a:p>
        </p:txBody>
      </p:sp>
      <p:sp>
        <p:nvSpPr>
          <p:cNvPr id="3" name="Text Placeholder 2">
            <a:extLst>
              <a:ext uri="{FF2B5EF4-FFF2-40B4-BE49-F238E27FC236}">
                <a16:creationId xmlns:a16="http://schemas.microsoft.com/office/drawing/2014/main" id="{B532B9E4-A1DE-9B1F-A07E-582ED3AC9287}"/>
              </a:ext>
            </a:extLst>
          </p:cNvPr>
          <p:cNvSpPr>
            <a:spLocks noGrp="1"/>
          </p:cNvSpPr>
          <p:nvPr>
            <p:ph type="body" sz="quarter" idx="11"/>
          </p:nvPr>
        </p:nvSpPr>
        <p:spPr>
          <a:xfrm>
            <a:off x="106017" y="1609344"/>
            <a:ext cx="8463722" cy="4462272"/>
          </a:xfrm>
        </p:spPr>
        <p:txBody>
          <a:bodyPr>
            <a:normAutofit/>
          </a:bodyPr>
          <a:lstStyle/>
          <a:p>
            <a:pPr marL="285750" indent="-285750">
              <a:buFont typeface="Arial" panose="020B0604020202020204" pitchFamily="34" charset="0"/>
              <a:buChar char="•"/>
            </a:pPr>
            <a:r>
              <a:rPr lang="en-US" sz="2000" dirty="0"/>
              <a:t>Arthritis is a term for over 100 rheumatic conditions (</a:t>
            </a:r>
            <a:r>
              <a:rPr lang="en-US" sz="2000" dirty="0" err="1"/>
              <a:t>Metsios</a:t>
            </a:r>
            <a:r>
              <a:rPr lang="en-US" sz="2000" dirty="0"/>
              <a:t> et al., 2021) which together, when measured in years lived with disability</a:t>
            </a:r>
            <a:r>
              <a:rPr lang="en-GB" sz="2000" dirty="0"/>
              <a:t> (YLD)</a:t>
            </a:r>
            <a:r>
              <a:rPr lang="en-US" sz="2000" dirty="0"/>
              <a:t> provides the second most common cause of disability in the United States (Theis et al., 2018) and worldwide (Global Burden of Disease Collaboration, 2013). </a:t>
            </a:r>
          </a:p>
          <a:p>
            <a:endParaRPr lang="en-GB" sz="2000" dirty="0"/>
          </a:p>
          <a:p>
            <a:pPr marL="285750" indent="-285750">
              <a:buFont typeface="Arial" panose="020B0604020202020204" pitchFamily="34" charset="0"/>
              <a:buChar char="•"/>
            </a:pPr>
            <a:r>
              <a:rPr lang="en-GB" sz="2000" dirty="0"/>
              <a:t>T</a:t>
            </a:r>
            <a:r>
              <a:rPr lang="en-US" sz="2000" dirty="0"/>
              <a:t>he disability burden of arthritis is rapidly escalating, with the YLD  </a:t>
            </a:r>
            <a:r>
              <a:rPr lang="en-GB" sz="2000" dirty="0"/>
              <a:t>attributed OA </a:t>
            </a:r>
            <a:r>
              <a:rPr lang="en-US" sz="2000" dirty="0"/>
              <a:t> alone increased globally by 75% from 1990 to 2013 (Global Burden of Disease Collaboration, 2013). </a:t>
            </a:r>
          </a:p>
          <a:p>
            <a:endParaRPr lang="en-GB" sz="2000" dirty="0"/>
          </a:p>
          <a:p>
            <a:pPr marL="285750" indent="-285750">
              <a:buFont typeface="Arial" panose="020B0604020202020204" pitchFamily="34" charset="0"/>
              <a:buChar char="•"/>
            </a:pPr>
            <a:r>
              <a:rPr lang="en-US" sz="2000" dirty="0"/>
              <a:t>The two most common forms of arthritis are </a:t>
            </a:r>
            <a:r>
              <a:rPr lang="en-GB" sz="2000" dirty="0"/>
              <a:t>osteoarthritis (</a:t>
            </a:r>
            <a:r>
              <a:rPr lang="en-US" sz="2000" dirty="0"/>
              <a:t>OA</a:t>
            </a:r>
            <a:r>
              <a:rPr lang="en-GB" sz="2000" dirty="0"/>
              <a:t>)</a:t>
            </a:r>
            <a:r>
              <a:rPr lang="en-US" sz="2000" dirty="0"/>
              <a:t> and rheumatoid arthritis (RA), with the </a:t>
            </a:r>
            <a:r>
              <a:rPr lang="en-GB" sz="2000" dirty="0"/>
              <a:t>RA the </a:t>
            </a:r>
            <a:r>
              <a:rPr lang="en-US" sz="2000" dirty="0"/>
              <a:t>most well-investigated inflammatory joint disease (</a:t>
            </a:r>
            <a:r>
              <a:rPr lang="en-GB" sz="2000" dirty="0"/>
              <a:t>ACSM, 2026).</a:t>
            </a:r>
          </a:p>
          <a:p>
            <a:endParaRPr lang="en-US" dirty="0"/>
          </a:p>
        </p:txBody>
      </p:sp>
    </p:spTree>
    <p:extLst>
      <p:ext uri="{BB962C8B-B14F-4D97-AF65-F5344CB8AC3E}">
        <p14:creationId xmlns:p14="http://schemas.microsoft.com/office/powerpoint/2010/main" val="415710552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9FE86B8-F650-D7C5-5DC1-154B73FD6E62}"/>
              </a:ext>
            </a:extLst>
          </p:cNvPr>
          <p:cNvSpPr>
            <a:spLocks noGrp="1"/>
          </p:cNvSpPr>
          <p:nvPr>
            <p:ph type="body" sz="quarter" idx="10"/>
          </p:nvPr>
        </p:nvSpPr>
        <p:spPr>
          <a:xfrm>
            <a:off x="739451" y="257231"/>
            <a:ext cx="6515621" cy="1366120"/>
          </a:xfrm>
        </p:spPr>
        <p:txBody>
          <a:bodyPr/>
          <a:lstStyle/>
          <a:p>
            <a:pPr algn="ctr"/>
            <a:r>
              <a:rPr lang="en-GB"/>
              <a:t>Other Arthritic/Rheumatic diseases </a:t>
            </a:r>
            <a:endParaRPr lang="en-US"/>
          </a:p>
        </p:txBody>
      </p:sp>
      <p:sp>
        <p:nvSpPr>
          <p:cNvPr id="3" name="Text Placeholder 2">
            <a:extLst>
              <a:ext uri="{FF2B5EF4-FFF2-40B4-BE49-F238E27FC236}">
                <a16:creationId xmlns:a16="http://schemas.microsoft.com/office/drawing/2014/main" id="{D8EFF34F-D4B7-56CD-4C6D-06100E9F4FB0}"/>
              </a:ext>
            </a:extLst>
          </p:cNvPr>
          <p:cNvSpPr>
            <a:spLocks noGrp="1"/>
          </p:cNvSpPr>
          <p:nvPr>
            <p:ph type="body" sz="quarter" idx="11"/>
          </p:nvPr>
        </p:nvSpPr>
        <p:spPr>
          <a:xfrm>
            <a:off x="431347" y="1807929"/>
            <a:ext cx="8359262" cy="4394089"/>
          </a:xfrm>
        </p:spPr>
        <p:txBody>
          <a:bodyPr>
            <a:noAutofit/>
          </a:bodyPr>
          <a:lstStyle/>
          <a:p>
            <a:pPr marL="285750" indent="-285750">
              <a:buFont typeface="Arial" panose="020B0604020202020204" pitchFamily="34" charset="0"/>
              <a:buChar char="•"/>
            </a:pPr>
            <a:r>
              <a:rPr lang="en-US" sz="2000" dirty="0"/>
              <a:t>Other common Arthritic Conditions (See Next Slide).</a:t>
            </a:r>
          </a:p>
          <a:p>
            <a:endParaRPr lang="en-US" sz="2000" dirty="0"/>
          </a:p>
          <a:p>
            <a:pPr marL="285750" indent="-285750">
              <a:buFont typeface="Arial" panose="020B0604020202020204" pitchFamily="34" charset="0"/>
              <a:buChar char="•"/>
            </a:pPr>
            <a:r>
              <a:rPr lang="en-US" sz="2000" dirty="0"/>
              <a:t>Regardless of type, arthritis is generally characterized by pain, impaired </a:t>
            </a:r>
            <a:r>
              <a:rPr lang="en-GB" sz="2000" dirty="0"/>
              <a:t>physical</a:t>
            </a:r>
            <a:r>
              <a:rPr lang="en-US" sz="2000" dirty="0"/>
              <a:t> function, fatigue, and muscle loss and increased adiposity, with (a) 66% of individuals with OA being either overweight or obese at the time of disease onset (</a:t>
            </a:r>
            <a:r>
              <a:rPr lang="en-US" sz="2000" dirty="0" err="1"/>
              <a:t>Metsios</a:t>
            </a:r>
            <a:r>
              <a:rPr lang="en-US" sz="2000" dirty="0"/>
              <a:t>, et al., 2020) and (b) approximately two-thirds of RA patients experiencing rheumatoid cachexia, a condition characterized by loss of muscle mass and increased </a:t>
            </a:r>
            <a:r>
              <a:rPr lang="en-GB" sz="2000" dirty="0"/>
              <a:t>adipose tissue </a:t>
            </a:r>
            <a:r>
              <a:rPr lang="en-US" sz="2000" dirty="0"/>
              <a:t>and metabolism, while body weight remains unchanged (Summers et al., 2010).</a:t>
            </a:r>
          </a:p>
          <a:p>
            <a:endParaRPr lang="en-GB" sz="2000" dirty="0"/>
          </a:p>
          <a:p>
            <a:pPr marL="285750" indent="-285750">
              <a:buFont typeface="Arial" panose="020B0604020202020204" pitchFamily="34" charset="0"/>
              <a:buChar char="•"/>
            </a:pPr>
            <a:r>
              <a:rPr lang="en-US" sz="2000" dirty="0"/>
              <a:t>Due to the aging population and burgeoning obesity epidemic, the prevalence of physician- diagnosed arthritis is expected to increase to an estimated 78 million Americans (26%) by 2040 (Hootman et al., 2016), with the same trend anticipated</a:t>
            </a:r>
            <a:r>
              <a:rPr lang="en-GB" sz="2000" dirty="0"/>
              <a:t> globally </a:t>
            </a:r>
            <a:r>
              <a:rPr lang="en-US" sz="2000" dirty="0"/>
              <a:t>(Global Burden of Disease Collaboration, 2013). </a:t>
            </a:r>
          </a:p>
          <a:p>
            <a:endParaRPr lang="en-GB" sz="2000" dirty="0"/>
          </a:p>
          <a:p>
            <a:r>
              <a:rPr lang="en-GB" sz="2000" dirty="0"/>
              <a:t>     </a:t>
            </a:r>
            <a:endParaRPr lang="en-US" sz="2000" dirty="0"/>
          </a:p>
        </p:txBody>
      </p:sp>
    </p:spTree>
    <p:extLst>
      <p:ext uri="{BB962C8B-B14F-4D97-AF65-F5344CB8AC3E}">
        <p14:creationId xmlns:p14="http://schemas.microsoft.com/office/powerpoint/2010/main" val="416566054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B49691BC-B6DE-5BE9-00EC-6BB24B956F3D}"/>
              </a:ext>
            </a:extLst>
          </p:cNvPr>
          <p:cNvPicPr>
            <a:picLocks noGrp="1" noChangeAspect="1"/>
          </p:cNvPicPr>
          <p:nvPr>
            <p:ph type="pic" sz="quarter" idx="13"/>
          </p:nvPr>
        </p:nvPicPr>
        <p:blipFill>
          <a:blip r:embed="rId2"/>
          <a:srcRect l="19228" t="34980" r="19034" b="42929"/>
          <a:stretch>
            <a:fillRect/>
          </a:stretch>
        </p:blipFill>
        <p:spPr>
          <a:xfrm>
            <a:off x="1305766" y="1124941"/>
            <a:ext cx="6299200" cy="4883200"/>
          </a:xfrm>
          <a:prstGeom prst="rect">
            <a:avLst/>
          </a:prstGeom>
        </p:spPr>
      </p:pic>
      <p:sp>
        <p:nvSpPr>
          <p:cNvPr id="2" name="TextBox 1">
            <a:extLst>
              <a:ext uri="{FF2B5EF4-FFF2-40B4-BE49-F238E27FC236}">
                <a16:creationId xmlns:a16="http://schemas.microsoft.com/office/drawing/2014/main" id="{CF7D4452-1CAF-A64C-FCEF-0AB94DF390F0}"/>
              </a:ext>
            </a:extLst>
          </p:cNvPr>
          <p:cNvSpPr txBox="1"/>
          <p:nvPr/>
        </p:nvSpPr>
        <p:spPr>
          <a:xfrm>
            <a:off x="2539740" y="517168"/>
            <a:ext cx="3692939" cy="369332"/>
          </a:xfrm>
          <a:prstGeom prst="rect">
            <a:avLst/>
          </a:prstGeom>
          <a:noFill/>
        </p:spPr>
        <p:txBody>
          <a:bodyPr wrap="square" rtlCol="0">
            <a:spAutoFit/>
          </a:bodyPr>
          <a:lstStyle/>
          <a:p>
            <a:pPr algn="l"/>
            <a:r>
              <a:rPr lang="en-GB" b="1" dirty="0">
                <a:solidFill>
                  <a:schemeClr val="accent2"/>
                </a:solidFill>
              </a:rPr>
              <a:t>Common Arthritic Conditions</a:t>
            </a:r>
            <a:endParaRPr lang="en-US" b="1" dirty="0">
              <a:solidFill>
                <a:schemeClr val="accent2"/>
              </a:solidFill>
            </a:endParaRPr>
          </a:p>
        </p:txBody>
      </p:sp>
    </p:spTree>
    <p:extLst>
      <p:ext uri="{BB962C8B-B14F-4D97-AF65-F5344CB8AC3E}">
        <p14:creationId xmlns:p14="http://schemas.microsoft.com/office/powerpoint/2010/main" val="2926674706"/>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F760F-30F9-2497-1593-66B068EA7D0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2CAE304-93B9-1C5D-825E-D835F0EB98C9}"/>
              </a:ext>
            </a:extLst>
          </p:cNvPr>
          <p:cNvSpPr>
            <a:spLocks noGrp="1"/>
          </p:cNvSpPr>
          <p:nvPr>
            <p:ph type="body" sz="quarter" idx="10"/>
          </p:nvPr>
        </p:nvSpPr>
        <p:spPr>
          <a:xfrm>
            <a:off x="212377" y="412537"/>
            <a:ext cx="7121702" cy="484530"/>
          </a:xfrm>
        </p:spPr>
        <p:txBody>
          <a:bodyPr>
            <a:noAutofit/>
          </a:bodyPr>
          <a:lstStyle/>
          <a:p>
            <a:r>
              <a:rPr lang="en-GB" sz="3600" dirty="0"/>
              <a:t>Group Activity</a:t>
            </a:r>
            <a:endParaRPr lang="en-US" sz="3600" dirty="0"/>
          </a:p>
        </p:txBody>
      </p:sp>
      <p:pic>
        <p:nvPicPr>
          <p:cNvPr id="5" name="Picture 4">
            <a:extLst>
              <a:ext uri="{FF2B5EF4-FFF2-40B4-BE49-F238E27FC236}">
                <a16:creationId xmlns:a16="http://schemas.microsoft.com/office/drawing/2014/main" id="{B254A50C-FE20-388C-5484-1721C117C6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6628" y="1833949"/>
            <a:ext cx="3333376" cy="3402378"/>
          </a:xfrm>
          <a:prstGeom prst="rect">
            <a:avLst/>
          </a:prstGeom>
        </p:spPr>
      </p:pic>
      <p:sp>
        <p:nvSpPr>
          <p:cNvPr id="7" name="Text Placeholder 3">
            <a:extLst>
              <a:ext uri="{FF2B5EF4-FFF2-40B4-BE49-F238E27FC236}">
                <a16:creationId xmlns:a16="http://schemas.microsoft.com/office/drawing/2014/main" id="{CE106A57-5495-D6AA-A36A-54E4A9F1FC04}"/>
              </a:ext>
            </a:extLst>
          </p:cNvPr>
          <p:cNvSpPr txBox="1">
            <a:spLocks noGrp="1"/>
          </p:cNvSpPr>
          <p:nvPr>
            <p:ph type="body" sz="quarter" idx="11"/>
          </p:nvPr>
        </p:nvSpPr>
        <p:spPr>
          <a:xfrm>
            <a:off x="212377" y="1833950"/>
            <a:ext cx="4982361" cy="4923466"/>
          </a:xfrm>
          <a:prstGeom prst="rect">
            <a:avLst/>
          </a:prstGeom>
        </p:spPr>
        <p:txBody>
          <a:bodyPr vert="horz" lIns="0" tIns="0" rIns="0" bIns="0" numCol="1" spcCol="216000" rtlCol="0">
            <a:normAutofit/>
          </a:bodyPr>
          <a:lstStyle>
            <a:lvl1pPr marL="0" marR="0" indent="0" algn="l" defTabSz="606410" rtl="0" eaLnBrk="1" fontAlgn="base" latinLnBrk="0" hangingPunct="1">
              <a:lnSpc>
                <a:spcPts val="2000"/>
              </a:lnSpc>
              <a:spcBef>
                <a:spcPts val="0"/>
              </a:spcBef>
              <a:spcAft>
                <a:spcPct val="0"/>
              </a:spcAft>
              <a:buClrTx/>
              <a:buSzTx/>
              <a:buFontTx/>
              <a:buNone/>
              <a:tabLst/>
              <a:defRPr sz="1400" b="0" i="0"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987401" indent="-377816" algn="l" defTabSz="606410" rtl="0" eaLnBrk="0" fontAlgn="base" hangingPunct="0">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787" indent="-301618" algn="l" defTabSz="60641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372"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39957"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464" indent="-304768" algn="l" defTabSz="609539" rtl="0" eaLnBrk="1" latinLnBrk="0" hangingPunct="1">
              <a:spcBef>
                <a:spcPct val="20000"/>
              </a:spcBef>
              <a:buFont typeface="Arial"/>
              <a:buChar char="•"/>
              <a:defRPr sz="2667" kern="1200">
                <a:solidFill>
                  <a:schemeClr val="tx1"/>
                </a:solidFill>
                <a:latin typeface="+mn-lt"/>
                <a:ea typeface="+mn-ea"/>
                <a:cs typeface="+mn-cs"/>
              </a:defRPr>
            </a:lvl6pPr>
            <a:lvl7pPr marL="3962005" indent="-304768" algn="l" defTabSz="609539" rtl="0" eaLnBrk="1" latinLnBrk="0" hangingPunct="1">
              <a:spcBef>
                <a:spcPct val="20000"/>
              </a:spcBef>
              <a:buFont typeface="Arial"/>
              <a:buChar char="•"/>
              <a:defRPr sz="2667" kern="1200">
                <a:solidFill>
                  <a:schemeClr val="tx1"/>
                </a:solidFill>
                <a:latin typeface="+mn-lt"/>
                <a:ea typeface="+mn-ea"/>
                <a:cs typeface="+mn-cs"/>
              </a:defRPr>
            </a:lvl7pPr>
            <a:lvl8pPr marL="4571544" indent="-304768" algn="l" defTabSz="609539" rtl="0" eaLnBrk="1" latinLnBrk="0" hangingPunct="1">
              <a:spcBef>
                <a:spcPct val="20000"/>
              </a:spcBef>
              <a:buFont typeface="Arial"/>
              <a:buChar char="•"/>
              <a:defRPr sz="2667" kern="1200">
                <a:solidFill>
                  <a:schemeClr val="tx1"/>
                </a:solidFill>
                <a:latin typeface="+mn-lt"/>
                <a:ea typeface="+mn-ea"/>
                <a:cs typeface="+mn-cs"/>
              </a:defRPr>
            </a:lvl8pPr>
            <a:lvl9pPr marL="5181082" indent="-304768" algn="l" defTabSz="609539" rtl="0" eaLnBrk="1" latinLnBrk="0" hangingPunct="1">
              <a:spcBef>
                <a:spcPct val="20000"/>
              </a:spcBef>
              <a:buFont typeface="Arial"/>
              <a:buChar char="•"/>
              <a:defRPr sz="2667" kern="1200">
                <a:solidFill>
                  <a:schemeClr val="tx1"/>
                </a:solidFill>
                <a:latin typeface="+mn-lt"/>
                <a:ea typeface="+mn-ea"/>
                <a:cs typeface="+mn-cs"/>
              </a:defRPr>
            </a:lvl9pPr>
          </a:lstStyle>
          <a:p>
            <a:pPr>
              <a:lnSpc>
                <a:spcPts val="2300"/>
              </a:lnSpc>
            </a:pPr>
            <a:r>
              <a:rPr lang="en-GB" sz="2400" b="1" dirty="0">
                <a:solidFill>
                  <a:schemeClr val="accent5"/>
                </a:solidFill>
              </a:rPr>
              <a:t>Have you come across anyone with any of these or other arthritic conditions? How important is exercise in the management of arthritis?</a:t>
            </a:r>
          </a:p>
          <a:p>
            <a:pPr>
              <a:lnSpc>
                <a:spcPts val="2300"/>
              </a:lnSpc>
            </a:pPr>
            <a:endParaRPr lang="en-GB" sz="2400" b="1" dirty="0">
              <a:solidFill>
                <a:srgbClr val="FFC000"/>
              </a:solidFill>
            </a:endParaRPr>
          </a:p>
          <a:p>
            <a:pPr>
              <a:lnSpc>
                <a:spcPts val="2300"/>
              </a:lnSpc>
            </a:pPr>
            <a:r>
              <a:rPr lang="en-GB" sz="2400" b="1" dirty="0">
                <a:solidFill>
                  <a:schemeClr val="accent5"/>
                </a:solidFill>
              </a:rPr>
              <a:t>Work in pairs, put ideas on a </a:t>
            </a:r>
            <a:r>
              <a:rPr lang="en-GB" sz="2400" b="1" dirty="0" err="1">
                <a:solidFill>
                  <a:schemeClr val="accent5"/>
                </a:solidFill>
              </a:rPr>
              <a:t>post-it</a:t>
            </a:r>
            <a:r>
              <a:rPr lang="en-GB" sz="2400" b="1" dirty="0">
                <a:solidFill>
                  <a:schemeClr val="accent5"/>
                </a:solidFill>
              </a:rPr>
              <a:t> or interactive board and then share with the group.</a:t>
            </a:r>
          </a:p>
          <a:p>
            <a:pPr>
              <a:lnSpc>
                <a:spcPts val="2300"/>
              </a:lnSpc>
            </a:pPr>
            <a:endParaRPr lang="en-GB" sz="2400" b="1" dirty="0">
              <a:solidFill>
                <a:schemeClr val="accent5"/>
              </a:solidFill>
            </a:endParaRPr>
          </a:p>
          <a:p>
            <a:endParaRPr lang="en-GB" sz="2400" b="1" dirty="0">
              <a:solidFill>
                <a:schemeClr val="accent5"/>
              </a:solidFill>
            </a:endParaRPr>
          </a:p>
          <a:p>
            <a:endParaRPr lang="en-US" sz="2400" b="1" dirty="0">
              <a:solidFill>
                <a:schemeClr val="accent5"/>
              </a:solidFill>
            </a:endParaRPr>
          </a:p>
        </p:txBody>
      </p:sp>
      <p:pic>
        <p:nvPicPr>
          <p:cNvPr id="6" name="Picture 5">
            <a:extLst>
              <a:ext uri="{FF2B5EF4-FFF2-40B4-BE49-F238E27FC236}">
                <a16:creationId xmlns:a16="http://schemas.microsoft.com/office/drawing/2014/main" id="{5D8CE798-2574-B9FA-F98B-AF993E507E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681" y="4915266"/>
            <a:ext cx="1515839" cy="1295775"/>
          </a:xfrm>
          <a:prstGeom prst="rect">
            <a:avLst/>
          </a:prstGeom>
        </p:spPr>
      </p:pic>
    </p:spTree>
    <p:extLst>
      <p:ext uri="{BB962C8B-B14F-4D97-AF65-F5344CB8AC3E}">
        <p14:creationId xmlns:p14="http://schemas.microsoft.com/office/powerpoint/2010/main" val="2455357407"/>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Rheumatoid Arthritis (RA)</a:t>
            </a:r>
          </a:p>
        </p:txBody>
      </p:sp>
      <p:sp>
        <p:nvSpPr>
          <p:cNvPr id="3" name="Content Placeholder 2"/>
          <p:cNvSpPr>
            <a:spLocks noGrp="1"/>
          </p:cNvSpPr>
          <p:nvPr>
            <p:ph idx="1"/>
          </p:nvPr>
        </p:nvSpPr>
        <p:spPr>
          <a:xfrm>
            <a:off x="644002" y="2045838"/>
            <a:ext cx="8229600" cy="4288011"/>
          </a:xfrm>
        </p:spPr>
        <p:txBody>
          <a:bodyPr>
            <a:normAutofit fontScale="62500" lnSpcReduction="20000"/>
          </a:bodyPr>
          <a:lstStyle/>
          <a:p>
            <a:r>
              <a:rPr lang="en-GB"/>
              <a:t>Chronic Systemic Inflammatory disease</a:t>
            </a:r>
          </a:p>
          <a:p>
            <a:r>
              <a:rPr lang="en-GB"/>
              <a:t>Synovitis (Inflammation of the synovial membranes)</a:t>
            </a:r>
          </a:p>
          <a:p>
            <a:r>
              <a:rPr lang="en-GB"/>
              <a:t>Symmetrical involvement of peripheral joints especially hands and feet. All joints can be affected </a:t>
            </a:r>
            <a:r>
              <a:rPr lang="en-GB" err="1"/>
              <a:t>eg</a:t>
            </a:r>
            <a:r>
              <a:rPr lang="en-GB"/>
              <a:t> cervical spine</a:t>
            </a:r>
          </a:p>
          <a:p>
            <a:r>
              <a:rPr lang="en-GB"/>
              <a:t>Symptoms include joint pain/ heat/ swelling.  Prolonged stiffness, generalised fatigue with exacerbations and remissions, rheumatoid nodules. </a:t>
            </a:r>
          </a:p>
          <a:p>
            <a:r>
              <a:rPr lang="en-GB"/>
              <a:t>Changes in body composition. Reduced muscle mass and increased fat mass. </a:t>
            </a:r>
          </a:p>
          <a:p>
            <a:endParaRPr lang="en-GB"/>
          </a:p>
          <a:p>
            <a:pPr marL="0" indent="0">
              <a:buNone/>
            </a:pPr>
            <a:endParaRPr lang="en-GB"/>
          </a:p>
        </p:txBody>
      </p:sp>
    </p:spTree>
    <p:extLst>
      <p:ext uri="{BB962C8B-B14F-4D97-AF65-F5344CB8AC3E}">
        <p14:creationId xmlns:p14="http://schemas.microsoft.com/office/powerpoint/2010/main" val="309664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7664" y="274638"/>
            <a:ext cx="5688632" cy="1143000"/>
          </a:xfrm>
        </p:spPr>
        <p:txBody>
          <a:bodyPr/>
          <a:lstStyle/>
          <a:p>
            <a:r>
              <a:rPr lang="en-GB" b="1"/>
              <a:t>RA</a:t>
            </a:r>
          </a:p>
        </p:txBody>
      </p:sp>
      <p:sp>
        <p:nvSpPr>
          <p:cNvPr id="3" name="Content Placeholder 2"/>
          <p:cNvSpPr>
            <a:spLocks noGrp="1"/>
          </p:cNvSpPr>
          <p:nvPr>
            <p:ph idx="1"/>
          </p:nvPr>
        </p:nvSpPr>
        <p:spPr>
          <a:xfrm>
            <a:off x="390906" y="1417638"/>
            <a:ext cx="8229600" cy="6629919"/>
          </a:xfrm>
        </p:spPr>
        <p:txBody>
          <a:bodyPr>
            <a:normAutofit/>
          </a:bodyPr>
          <a:lstStyle/>
          <a:p>
            <a:r>
              <a:rPr lang="en-GB" sz="2800" dirty="0"/>
              <a:t>History often gives </a:t>
            </a:r>
            <a:r>
              <a:rPr lang="en-GB" sz="2800" b="1" dirty="0"/>
              <a:t>clues.</a:t>
            </a:r>
            <a:r>
              <a:rPr lang="en-GB" sz="2800" dirty="0"/>
              <a:t> Early Morning Stiffness/ fatigue/ Lack of Mechanism of Injury/ Synovitis/ extra articular manifestations (Skin rashes, nail abnormalities, bowel disturbances, iritis) </a:t>
            </a:r>
          </a:p>
          <a:p>
            <a:r>
              <a:rPr lang="en-GB" sz="2800" dirty="0"/>
              <a:t>Diagnosis can be difficult, prolonged and expensive</a:t>
            </a:r>
            <a:endParaRPr lang="pt-BR" sz="2800" dirty="0"/>
          </a:p>
          <a:p>
            <a:r>
              <a:rPr lang="pt-BR" sz="2800" dirty="0"/>
              <a:t>DAS 28: (RA Calculator, Count Swollen/Tender Joints)Disease Activity Score</a:t>
            </a:r>
          </a:p>
          <a:p>
            <a:r>
              <a:rPr lang="pt-BR" sz="2800" dirty="0"/>
              <a:t>SF36: (Short Form Health Survey )Generic outcome measure</a:t>
            </a:r>
          </a:p>
          <a:p>
            <a:r>
              <a:rPr lang="pt-BR" sz="2800" dirty="0"/>
              <a:t>RAQoL: Measures pain and fatigue along with disease specific aspects. </a:t>
            </a:r>
          </a:p>
        </p:txBody>
      </p:sp>
    </p:spTree>
    <p:extLst>
      <p:ext uri="{BB962C8B-B14F-4D97-AF65-F5344CB8AC3E}">
        <p14:creationId xmlns:p14="http://schemas.microsoft.com/office/powerpoint/2010/main" val="4273424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DCCAE36-0A6D-A1AE-9F77-4345CD0205AD}"/>
              </a:ext>
            </a:extLst>
          </p:cNvPr>
          <p:cNvPicPr>
            <a:picLocks noGrp="1" noChangeAspect="1"/>
          </p:cNvPicPr>
          <p:nvPr>
            <p:ph idx="1"/>
          </p:nvPr>
        </p:nvPicPr>
        <p:blipFill>
          <a:blip r:embed="rId2"/>
          <a:stretch>
            <a:fillRect/>
          </a:stretch>
        </p:blipFill>
        <p:spPr>
          <a:xfrm>
            <a:off x="1329436" y="1462509"/>
            <a:ext cx="6485127" cy="3339549"/>
          </a:xfrm>
          <a:prstGeom prst="rect">
            <a:avLst/>
          </a:prstGeom>
        </p:spPr>
      </p:pic>
    </p:spTree>
    <p:extLst>
      <p:ext uri="{BB962C8B-B14F-4D97-AF65-F5344CB8AC3E}">
        <p14:creationId xmlns:p14="http://schemas.microsoft.com/office/powerpoint/2010/main" val="1941437018"/>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D70F4044-828D-FE0C-8DC8-74B11822C562}"/>
              </a:ext>
            </a:extLst>
          </p:cNvPr>
          <p:cNvPicPr>
            <a:picLocks noGrp="1" noChangeAspect="1"/>
          </p:cNvPicPr>
          <p:nvPr>
            <p:ph type="pic" sz="quarter" idx="13"/>
          </p:nvPr>
        </p:nvPicPr>
        <p:blipFill>
          <a:blip r:embed="rId2"/>
          <a:srcRect t="6386" b="6386"/>
          <a:stretch/>
        </p:blipFill>
        <p:spPr>
          <a:xfrm>
            <a:off x="210634" y="1003610"/>
            <a:ext cx="8279592" cy="5389756"/>
          </a:xfrm>
          <a:prstGeom prst="rect">
            <a:avLst/>
          </a:prstGeom>
        </p:spPr>
      </p:pic>
      <p:sp>
        <p:nvSpPr>
          <p:cNvPr id="5" name="TextBox 4">
            <a:extLst>
              <a:ext uri="{FF2B5EF4-FFF2-40B4-BE49-F238E27FC236}">
                <a16:creationId xmlns:a16="http://schemas.microsoft.com/office/drawing/2014/main" id="{34313CB6-1787-106C-980D-4AEF3200860D}"/>
              </a:ext>
            </a:extLst>
          </p:cNvPr>
          <p:cNvSpPr txBox="1"/>
          <p:nvPr/>
        </p:nvSpPr>
        <p:spPr>
          <a:xfrm>
            <a:off x="2629208" y="97398"/>
            <a:ext cx="3829017" cy="523220"/>
          </a:xfrm>
          <a:prstGeom prst="rect">
            <a:avLst/>
          </a:prstGeom>
          <a:noFill/>
        </p:spPr>
        <p:txBody>
          <a:bodyPr wrap="square" rtlCol="0">
            <a:spAutoFit/>
          </a:bodyPr>
          <a:lstStyle/>
          <a:p>
            <a:pPr algn="l"/>
            <a:r>
              <a:rPr lang="en-GB" sz="2800" b="1">
                <a:solidFill>
                  <a:schemeClr val="accent2"/>
                </a:solidFill>
              </a:rPr>
              <a:t>Rheumatoid Arthritis </a:t>
            </a:r>
            <a:endParaRPr lang="en-US" sz="2800" b="1">
              <a:solidFill>
                <a:schemeClr val="accent2"/>
              </a:solidFill>
            </a:endParaRPr>
          </a:p>
        </p:txBody>
      </p:sp>
    </p:spTree>
    <p:extLst>
      <p:ext uri="{BB962C8B-B14F-4D97-AF65-F5344CB8AC3E}">
        <p14:creationId xmlns:p14="http://schemas.microsoft.com/office/powerpoint/2010/main" val="4290931972"/>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11715-010C-4F1B-95F7-3C75E53E3EF2}"/>
              </a:ext>
            </a:extLst>
          </p:cNvPr>
          <p:cNvSpPr>
            <a:spLocks noGrp="1"/>
          </p:cNvSpPr>
          <p:nvPr>
            <p:ph type="title"/>
          </p:nvPr>
        </p:nvSpPr>
        <p:spPr/>
        <p:txBody>
          <a:bodyPr>
            <a:normAutofit/>
          </a:bodyPr>
          <a:lstStyle/>
          <a:p>
            <a:r>
              <a:rPr lang="en-GB" sz="3200" b="1" dirty="0">
                <a:solidFill>
                  <a:schemeClr val="tx2"/>
                </a:solidFill>
              </a:rPr>
              <a:t>Some management strategies to consider</a:t>
            </a:r>
          </a:p>
        </p:txBody>
      </p:sp>
      <p:sp>
        <p:nvSpPr>
          <p:cNvPr id="3" name="Content Placeholder 2">
            <a:extLst>
              <a:ext uri="{FF2B5EF4-FFF2-40B4-BE49-F238E27FC236}">
                <a16:creationId xmlns:a16="http://schemas.microsoft.com/office/drawing/2014/main" id="{2615BD74-63F6-4B61-A141-CF8472C5C111}"/>
              </a:ext>
            </a:extLst>
          </p:cNvPr>
          <p:cNvSpPr>
            <a:spLocks noGrp="1"/>
          </p:cNvSpPr>
          <p:nvPr>
            <p:ph idx="1"/>
          </p:nvPr>
        </p:nvSpPr>
        <p:spPr/>
        <p:txBody>
          <a:bodyPr>
            <a:normAutofit fontScale="85000" lnSpcReduction="20000"/>
          </a:bodyPr>
          <a:lstStyle/>
          <a:p>
            <a:pPr marL="0" lvl="0" indent="0">
              <a:spcBef>
                <a:spcPts val="0"/>
              </a:spcBef>
              <a:buNone/>
              <a:defRPr/>
            </a:pPr>
            <a:r>
              <a:rPr lang="en-GB" dirty="0"/>
              <a:t>MDT approach. Specific to the individual</a:t>
            </a:r>
          </a:p>
          <a:p>
            <a:pPr marL="0" lvl="0" indent="0">
              <a:spcBef>
                <a:spcPts val="0"/>
              </a:spcBef>
              <a:buNone/>
              <a:defRPr/>
            </a:pPr>
            <a:endParaRPr lang="en-GB" dirty="0"/>
          </a:p>
          <a:p>
            <a:pPr marL="0" lvl="0" indent="0">
              <a:spcBef>
                <a:spcPts val="0"/>
              </a:spcBef>
              <a:buNone/>
              <a:defRPr/>
            </a:pPr>
            <a:r>
              <a:rPr lang="en-GB" dirty="0"/>
              <a:t>Education. Examples: Joint protection principals, Sleep Hygiene, Active Rest/ Pacing</a:t>
            </a:r>
          </a:p>
          <a:p>
            <a:pPr marL="0" lvl="0" indent="0">
              <a:spcBef>
                <a:spcPts val="0"/>
              </a:spcBef>
              <a:buNone/>
              <a:defRPr/>
            </a:pPr>
            <a:endParaRPr lang="en-GB" dirty="0"/>
          </a:p>
          <a:p>
            <a:pPr marL="0" lvl="0" indent="0">
              <a:spcBef>
                <a:spcPts val="0"/>
              </a:spcBef>
              <a:buNone/>
              <a:defRPr/>
            </a:pPr>
            <a:r>
              <a:rPr lang="en-GB" dirty="0"/>
              <a:t>Exercise prescription/programme.</a:t>
            </a:r>
          </a:p>
          <a:p>
            <a:pPr marL="0" lvl="0" indent="0">
              <a:spcBef>
                <a:spcPts val="0"/>
              </a:spcBef>
              <a:buNone/>
              <a:defRPr/>
            </a:pPr>
            <a:endParaRPr lang="en-GB" dirty="0"/>
          </a:p>
          <a:p>
            <a:pPr marL="0" lvl="0" indent="0">
              <a:spcBef>
                <a:spcPts val="0"/>
              </a:spcBef>
              <a:buNone/>
              <a:defRPr/>
            </a:pPr>
            <a:r>
              <a:rPr lang="en-GB" dirty="0"/>
              <a:t>Remember this is Life Long Management. </a:t>
            </a:r>
          </a:p>
          <a:p>
            <a:endParaRPr lang="en-GB" dirty="0"/>
          </a:p>
        </p:txBody>
      </p:sp>
    </p:spTree>
    <p:extLst>
      <p:ext uri="{BB962C8B-B14F-4D97-AF65-F5344CB8AC3E}">
        <p14:creationId xmlns:p14="http://schemas.microsoft.com/office/powerpoint/2010/main" val="2639652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542" y="725349"/>
            <a:ext cx="8568952" cy="980729"/>
          </a:xfrm>
        </p:spPr>
        <p:txBody>
          <a:bodyPr>
            <a:normAutofit fontScale="90000"/>
          </a:bodyPr>
          <a:lstStyle/>
          <a:p>
            <a:br>
              <a:rPr lang="en-GB" b="1" dirty="0"/>
            </a:br>
            <a:r>
              <a:rPr lang="en-GB" dirty="0"/>
              <a:t>What is Osteoarthritis</a:t>
            </a:r>
            <a:br>
              <a:rPr lang="en-GB" b="1" dirty="0"/>
            </a:br>
            <a:endParaRPr lang="en-GB" b="1" dirty="0"/>
          </a:p>
        </p:txBody>
      </p:sp>
      <p:sp>
        <p:nvSpPr>
          <p:cNvPr id="3" name="Content Placeholder 2"/>
          <p:cNvSpPr>
            <a:spLocks noGrp="1"/>
          </p:cNvSpPr>
          <p:nvPr>
            <p:ph idx="1"/>
          </p:nvPr>
        </p:nvSpPr>
        <p:spPr>
          <a:xfrm>
            <a:off x="431542" y="2412460"/>
            <a:ext cx="8568952" cy="3819581"/>
          </a:xfrm>
        </p:spPr>
        <p:txBody>
          <a:bodyPr>
            <a:normAutofit fontScale="85000" lnSpcReduction="20000"/>
          </a:bodyPr>
          <a:lstStyle/>
          <a:p>
            <a:r>
              <a:rPr lang="en-GB" dirty="0"/>
              <a:t>Active disease process affecting the whole  joint unit</a:t>
            </a:r>
          </a:p>
          <a:p>
            <a:endParaRPr lang="en-GB" sz="2000" dirty="0"/>
          </a:p>
          <a:p>
            <a:r>
              <a:rPr lang="en-US" dirty="0"/>
              <a:t>MSK disorder accompanied by inflammation represented by the elevated production of pro-inflammatory cytokines</a:t>
            </a:r>
          </a:p>
          <a:p>
            <a:endParaRPr lang="en-US" sz="2000" dirty="0"/>
          </a:p>
          <a:p>
            <a:pPr>
              <a:buClr>
                <a:schemeClr val="tx1"/>
              </a:buClr>
            </a:pPr>
            <a:r>
              <a:rPr lang="en-US" b="1" dirty="0"/>
              <a:t>Wear</a:t>
            </a:r>
            <a:r>
              <a:rPr lang="en-US" dirty="0"/>
              <a:t> </a:t>
            </a:r>
            <a:r>
              <a:rPr lang="en-US" b="1" dirty="0"/>
              <a:t>-</a:t>
            </a:r>
            <a:r>
              <a:rPr lang="en-US" dirty="0"/>
              <a:t> </a:t>
            </a:r>
            <a:r>
              <a:rPr lang="en-US" b="1" dirty="0"/>
              <a:t>Flare - Repair </a:t>
            </a:r>
          </a:p>
          <a:p>
            <a:endParaRPr lang="en-GB" dirty="0"/>
          </a:p>
        </p:txBody>
      </p:sp>
    </p:spTree>
    <p:extLst>
      <p:ext uri="{BB962C8B-B14F-4D97-AF65-F5344CB8AC3E}">
        <p14:creationId xmlns:p14="http://schemas.microsoft.com/office/powerpoint/2010/main" val="1076086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692696"/>
            <a:ext cx="7886700" cy="1081782"/>
          </a:xfrm>
        </p:spPr>
        <p:txBody>
          <a:bodyPr/>
          <a:lstStyle/>
          <a:p>
            <a:r>
              <a:rPr lang="en-GB" dirty="0"/>
              <a:t>Wear – Flare – Repair</a:t>
            </a:r>
          </a:p>
        </p:txBody>
      </p:sp>
      <p:sp>
        <p:nvSpPr>
          <p:cNvPr id="3" name="Content Placeholder 2"/>
          <p:cNvSpPr>
            <a:spLocks noGrp="1"/>
          </p:cNvSpPr>
          <p:nvPr>
            <p:ph idx="1"/>
          </p:nvPr>
        </p:nvSpPr>
        <p:spPr/>
        <p:txBody>
          <a:bodyPr>
            <a:normAutofit fontScale="92500" lnSpcReduction="20000"/>
          </a:bodyPr>
          <a:lstStyle/>
          <a:p>
            <a:r>
              <a:rPr lang="en-GB" b="1" dirty="0"/>
              <a:t>Wear</a:t>
            </a:r>
            <a:r>
              <a:rPr lang="en-GB" dirty="0"/>
              <a:t> = 	Biomechanical factors</a:t>
            </a:r>
          </a:p>
          <a:p>
            <a:endParaRPr lang="en-GB" dirty="0"/>
          </a:p>
          <a:p>
            <a:r>
              <a:rPr lang="en-GB" b="1" dirty="0"/>
              <a:t>Flare</a:t>
            </a:r>
            <a:r>
              <a:rPr lang="en-GB" dirty="0"/>
              <a:t> = 	Inflammatory mediators + 				mechanical irritation</a:t>
            </a:r>
          </a:p>
          <a:p>
            <a:endParaRPr lang="en-GB" dirty="0"/>
          </a:p>
          <a:p>
            <a:r>
              <a:rPr lang="en-GB" b="1" dirty="0"/>
              <a:t>Repair</a:t>
            </a:r>
            <a:r>
              <a:rPr lang="en-GB" dirty="0"/>
              <a:t> = 	Body’s natural ‘healing’ response</a:t>
            </a:r>
          </a:p>
        </p:txBody>
      </p:sp>
    </p:spTree>
    <p:extLst>
      <p:ext uri="{BB962C8B-B14F-4D97-AF65-F5344CB8AC3E}">
        <p14:creationId xmlns:p14="http://schemas.microsoft.com/office/powerpoint/2010/main" val="1271369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692696"/>
            <a:ext cx="7886700" cy="1081782"/>
          </a:xfrm>
        </p:spPr>
        <p:txBody>
          <a:bodyPr/>
          <a:lstStyle/>
          <a:p>
            <a:r>
              <a:rPr lang="en-GB"/>
              <a:t>Wear – Flare – Repair</a:t>
            </a:r>
          </a:p>
        </p:txBody>
      </p:sp>
      <p:sp>
        <p:nvSpPr>
          <p:cNvPr id="3" name="Content Placeholder 2"/>
          <p:cNvSpPr>
            <a:spLocks noGrp="1"/>
          </p:cNvSpPr>
          <p:nvPr>
            <p:ph idx="1"/>
          </p:nvPr>
        </p:nvSpPr>
        <p:spPr/>
        <p:txBody>
          <a:bodyPr>
            <a:normAutofit fontScale="92500" lnSpcReduction="20000"/>
          </a:bodyPr>
          <a:lstStyle/>
          <a:p>
            <a:r>
              <a:rPr lang="en-GB" b="1" dirty="0"/>
              <a:t>Wear</a:t>
            </a:r>
            <a:r>
              <a:rPr lang="en-GB" dirty="0"/>
              <a:t> = 	Biomechanical factors</a:t>
            </a:r>
          </a:p>
          <a:p>
            <a:endParaRPr lang="en-GB" dirty="0"/>
          </a:p>
          <a:p>
            <a:r>
              <a:rPr lang="en-GB" b="1" dirty="0"/>
              <a:t>Flare</a:t>
            </a:r>
            <a:r>
              <a:rPr lang="en-GB" dirty="0"/>
              <a:t> = 	Inflammatory mediators + 				     mechanical irritation</a:t>
            </a:r>
          </a:p>
          <a:p>
            <a:endParaRPr lang="en-GB" dirty="0"/>
          </a:p>
          <a:p>
            <a:r>
              <a:rPr lang="en-GB" b="1" dirty="0"/>
              <a:t>Repair</a:t>
            </a:r>
            <a:r>
              <a:rPr lang="en-GB" dirty="0"/>
              <a:t> = 	Body’s natural ‘healing’ response</a:t>
            </a:r>
          </a:p>
        </p:txBody>
      </p:sp>
    </p:spTree>
    <p:extLst>
      <p:ext uri="{BB962C8B-B14F-4D97-AF65-F5344CB8AC3E}">
        <p14:creationId xmlns:p14="http://schemas.microsoft.com/office/powerpoint/2010/main" val="2354433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Pathological Changes – Early </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2423556"/>
            <a:ext cx="7776864" cy="4104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8496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Pathological Changes – Progressive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928" y="2397483"/>
            <a:ext cx="7738143" cy="4032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47516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Radiographic Changes</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5" y="2057400"/>
            <a:ext cx="6840759" cy="457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67789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8" y="628650"/>
            <a:ext cx="8229600" cy="640110"/>
          </a:xfrm>
        </p:spPr>
        <p:txBody>
          <a:bodyPr/>
          <a:lstStyle/>
          <a:p>
            <a:r>
              <a:rPr lang="en-GB"/>
              <a:t>Aetiology</a:t>
            </a:r>
          </a:p>
        </p:txBody>
      </p:sp>
      <p:graphicFrame>
        <p:nvGraphicFramePr>
          <p:cNvPr id="4" name="Table 3"/>
          <p:cNvGraphicFramePr>
            <a:graphicFrameLocks noGrp="1"/>
          </p:cNvGraphicFramePr>
          <p:nvPr>
            <p:extLst>
              <p:ext uri="{D42A27DB-BD31-4B8C-83A1-F6EECF244321}">
                <p14:modId xmlns:p14="http://schemas.microsoft.com/office/powerpoint/2010/main" val="2379536431"/>
              </p:ext>
            </p:extLst>
          </p:nvPr>
        </p:nvGraphicFramePr>
        <p:xfrm>
          <a:off x="137160" y="1340768"/>
          <a:ext cx="8887967" cy="5427585"/>
        </p:xfrm>
        <a:graphic>
          <a:graphicData uri="http://schemas.openxmlformats.org/drawingml/2006/table">
            <a:tbl>
              <a:tblPr firstRow="1" firstCol="1" bandRow="1" bandCol="1">
                <a:tableStyleId>{5C22544A-7EE6-4342-B048-85BDC9FD1C3A}</a:tableStyleId>
              </a:tblPr>
              <a:tblGrid>
                <a:gridCol w="1752597">
                  <a:extLst>
                    <a:ext uri="{9D8B030D-6E8A-4147-A177-3AD203B41FA5}">
                      <a16:colId xmlns:a16="http://schemas.microsoft.com/office/drawing/2014/main" val="20000"/>
                    </a:ext>
                  </a:extLst>
                </a:gridCol>
                <a:gridCol w="7135370">
                  <a:extLst>
                    <a:ext uri="{9D8B030D-6E8A-4147-A177-3AD203B41FA5}">
                      <a16:colId xmlns:a16="http://schemas.microsoft.com/office/drawing/2014/main" val="20001"/>
                    </a:ext>
                  </a:extLst>
                </a:gridCol>
              </a:tblGrid>
              <a:tr h="251446">
                <a:tc>
                  <a:txBody>
                    <a:bodyPr/>
                    <a:lstStyle/>
                    <a:p>
                      <a:pPr algn="ctr">
                        <a:lnSpc>
                          <a:spcPct val="115000"/>
                        </a:lnSpc>
                        <a:spcAft>
                          <a:spcPts val="1000"/>
                        </a:spcAft>
                      </a:pPr>
                      <a:r>
                        <a:rPr lang="en-GB" sz="1800" dirty="0">
                          <a:effectLst/>
                        </a:rPr>
                        <a:t>Risk factor</a:t>
                      </a:r>
                      <a:endParaRPr lang="en-GB" sz="1800" dirty="0">
                        <a:effectLst/>
                        <a:latin typeface="Cambria"/>
                        <a:ea typeface="Times New Roman"/>
                        <a:cs typeface="Times New Roman"/>
                      </a:endParaRPr>
                    </a:p>
                  </a:txBody>
                  <a:tcPr marL="68580" marR="68580" marT="0" marB="0" anchor="b"/>
                </a:tc>
                <a:tc>
                  <a:txBody>
                    <a:bodyPr/>
                    <a:lstStyle/>
                    <a:p>
                      <a:pPr algn="ctr">
                        <a:lnSpc>
                          <a:spcPct val="115000"/>
                        </a:lnSpc>
                        <a:spcAft>
                          <a:spcPts val="1000"/>
                        </a:spcAft>
                      </a:pPr>
                      <a:r>
                        <a:rPr lang="en-GB" sz="1800" dirty="0">
                          <a:effectLst/>
                          <a:latin typeface="Cambria"/>
                          <a:ea typeface="Times New Roman"/>
                          <a:cs typeface="Times New Roman"/>
                        </a:rPr>
                        <a:t>Considerations</a:t>
                      </a:r>
                    </a:p>
                  </a:txBody>
                  <a:tcPr marL="68580" marR="68580" marT="0" marB="0" anchor="b"/>
                </a:tc>
                <a:extLst>
                  <a:ext uri="{0D108BD9-81ED-4DB2-BD59-A6C34878D82A}">
                    <a16:rowId xmlns:a16="http://schemas.microsoft.com/office/drawing/2014/main" val="10000"/>
                  </a:ext>
                </a:extLst>
              </a:tr>
              <a:tr h="629627">
                <a:tc>
                  <a:txBody>
                    <a:bodyPr/>
                    <a:lstStyle/>
                    <a:p>
                      <a:pPr algn="ctr">
                        <a:lnSpc>
                          <a:spcPct val="115000"/>
                        </a:lnSpc>
                        <a:spcAft>
                          <a:spcPts val="1000"/>
                        </a:spcAft>
                      </a:pPr>
                      <a:r>
                        <a:rPr lang="en-GB" sz="1600" dirty="0">
                          <a:effectLst/>
                        </a:rPr>
                        <a:t>Age</a:t>
                      </a:r>
                      <a:endParaRPr lang="en-GB" sz="1600" dirty="0">
                        <a:effectLst/>
                        <a:latin typeface="Cambria"/>
                        <a:ea typeface="Times New Roman"/>
                        <a:cs typeface="Times New Roman"/>
                      </a:endParaRPr>
                    </a:p>
                  </a:txBody>
                  <a:tcPr marL="68580" marR="68580" marT="0" marB="0" anchor="ctr"/>
                </a:tc>
                <a:tc>
                  <a:txBody>
                    <a:bodyPr/>
                    <a:lstStyle/>
                    <a:p>
                      <a:pPr algn="ctr">
                        <a:lnSpc>
                          <a:spcPct val="115000"/>
                        </a:lnSpc>
                        <a:spcAft>
                          <a:spcPts val="0"/>
                        </a:spcAft>
                      </a:pPr>
                      <a:r>
                        <a:rPr lang="en-GB" sz="1600" dirty="0">
                          <a:effectLst/>
                        </a:rPr>
                        <a:t>Late 40s and older sees a greater prevalence of symptomatic OA; and continues to increase with age.</a:t>
                      </a:r>
                      <a:endParaRPr lang="en-GB" sz="1600" dirty="0">
                        <a:effectLst/>
                        <a:latin typeface="Cambria"/>
                        <a:ea typeface="Times New Roman"/>
                        <a:cs typeface="Times New Roman"/>
                      </a:endParaRPr>
                    </a:p>
                  </a:txBody>
                  <a:tcPr marL="68580" marR="68580" marT="0" marB="0" anchor="ctr"/>
                </a:tc>
                <a:extLst>
                  <a:ext uri="{0D108BD9-81ED-4DB2-BD59-A6C34878D82A}">
                    <a16:rowId xmlns:a16="http://schemas.microsoft.com/office/drawing/2014/main" val="10001"/>
                  </a:ext>
                </a:extLst>
              </a:tr>
              <a:tr h="629627">
                <a:tc>
                  <a:txBody>
                    <a:bodyPr/>
                    <a:lstStyle/>
                    <a:p>
                      <a:pPr algn="ctr">
                        <a:lnSpc>
                          <a:spcPct val="115000"/>
                        </a:lnSpc>
                        <a:spcAft>
                          <a:spcPts val="1000"/>
                        </a:spcAft>
                      </a:pPr>
                      <a:r>
                        <a:rPr lang="en-NZ" sz="1600" dirty="0">
                          <a:effectLst/>
                        </a:rPr>
                        <a:t>Trauma</a:t>
                      </a:r>
                      <a:endParaRPr lang="en-GB" sz="1600" dirty="0">
                        <a:effectLst/>
                        <a:latin typeface="Cambria"/>
                        <a:ea typeface="Times New Roman"/>
                        <a:cs typeface="Times New Roman"/>
                      </a:endParaRPr>
                    </a:p>
                  </a:txBody>
                  <a:tcPr marL="68580" marR="68580" marT="0" marB="0" anchor="ctr"/>
                </a:tc>
                <a:tc>
                  <a:txBody>
                    <a:bodyPr/>
                    <a:lstStyle/>
                    <a:p>
                      <a:pPr algn="ctr">
                        <a:lnSpc>
                          <a:spcPct val="115000"/>
                        </a:lnSpc>
                        <a:spcAft>
                          <a:spcPts val="0"/>
                        </a:spcAft>
                      </a:pPr>
                      <a:r>
                        <a:rPr lang="en-GB" sz="1600" dirty="0">
                          <a:effectLst/>
                        </a:rPr>
                        <a:t>A major injury or operation to joint structures </a:t>
                      </a:r>
                    </a:p>
                    <a:p>
                      <a:pPr algn="ctr">
                        <a:lnSpc>
                          <a:spcPct val="115000"/>
                        </a:lnSpc>
                        <a:spcAft>
                          <a:spcPts val="0"/>
                        </a:spcAft>
                      </a:pPr>
                      <a:r>
                        <a:rPr lang="en-GB" sz="1600" dirty="0">
                          <a:effectLst/>
                        </a:rPr>
                        <a:t>or the articulating surface of the joint.</a:t>
                      </a:r>
                      <a:endParaRPr lang="en-GB" sz="1600" dirty="0">
                        <a:effectLst/>
                        <a:latin typeface="Cambria"/>
                        <a:ea typeface="Times New Roman"/>
                        <a:cs typeface="Times New Roman"/>
                      </a:endParaRPr>
                    </a:p>
                  </a:txBody>
                  <a:tcPr marL="68580" marR="68580" marT="0" marB="0" anchor="ctr"/>
                </a:tc>
                <a:extLst>
                  <a:ext uri="{0D108BD9-81ED-4DB2-BD59-A6C34878D82A}">
                    <a16:rowId xmlns:a16="http://schemas.microsoft.com/office/drawing/2014/main" val="10002"/>
                  </a:ext>
                </a:extLst>
              </a:tr>
              <a:tr h="629627">
                <a:tc>
                  <a:txBody>
                    <a:bodyPr/>
                    <a:lstStyle/>
                    <a:p>
                      <a:pPr algn="ctr">
                        <a:lnSpc>
                          <a:spcPct val="115000"/>
                        </a:lnSpc>
                        <a:spcAft>
                          <a:spcPts val="1000"/>
                        </a:spcAft>
                      </a:pPr>
                      <a:r>
                        <a:rPr lang="en-NZ" sz="1600" dirty="0">
                          <a:effectLst/>
                        </a:rPr>
                        <a:t>Occupation</a:t>
                      </a:r>
                      <a:endParaRPr lang="en-GB" sz="1600" dirty="0">
                        <a:effectLst/>
                        <a:latin typeface="Cambria"/>
                        <a:ea typeface="Times New Roman"/>
                        <a:cs typeface="Times New Roman"/>
                      </a:endParaRPr>
                    </a:p>
                  </a:txBody>
                  <a:tcPr marL="68580" marR="68580" marT="0" marB="0" anchor="ctr"/>
                </a:tc>
                <a:tc>
                  <a:txBody>
                    <a:bodyPr/>
                    <a:lstStyle/>
                    <a:p>
                      <a:pPr algn="ctr">
                        <a:lnSpc>
                          <a:spcPct val="115000"/>
                        </a:lnSpc>
                        <a:spcAft>
                          <a:spcPts val="0"/>
                        </a:spcAft>
                        <a:tabLst>
                          <a:tab pos="2865755" algn="ctr"/>
                          <a:tab pos="5731510" algn="r"/>
                          <a:tab pos="457200" algn="l"/>
                        </a:tabLst>
                      </a:pPr>
                      <a:r>
                        <a:rPr lang="en-GB" sz="1600" dirty="0">
                          <a:effectLst/>
                        </a:rPr>
                        <a:t>If your job involves heavy physical work. </a:t>
                      </a:r>
                    </a:p>
                    <a:p>
                      <a:pPr algn="ctr">
                        <a:lnSpc>
                          <a:spcPct val="115000"/>
                        </a:lnSpc>
                        <a:spcAft>
                          <a:spcPts val="0"/>
                        </a:spcAft>
                        <a:tabLst>
                          <a:tab pos="2865755" algn="ctr"/>
                          <a:tab pos="5731510" algn="r"/>
                          <a:tab pos="457200" algn="l"/>
                        </a:tabLst>
                      </a:pPr>
                      <a:r>
                        <a:rPr lang="en-GB" sz="1600" dirty="0">
                          <a:effectLst/>
                        </a:rPr>
                        <a:t>Dockers, plumbers and farmers found to have OA.</a:t>
                      </a:r>
                      <a:endParaRPr lang="en-GB" sz="1600" dirty="0">
                        <a:effectLst/>
                        <a:latin typeface="Cambria"/>
                        <a:ea typeface="Times New Roman"/>
                        <a:cs typeface="Times New Roman"/>
                      </a:endParaRPr>
                    </a:p>
                  </a:txBody>
                  <a:tcPr marL="68580" marR="68580" marT="0" marB="0" anchor="ctr"/>
                </a:tc>
                <a:extLst>
                  <a:ext uri="{0D108BD9-81ED-4DB2-BD59-A6C34878D82A}">
                    <a16:rowId xmlns:a16="http://schemas.microsoft.com/office/drawing/2014/main" val="10003"/>
                  </a:ext>
                </a:extLst>
              </a:tr>
              <a:tr h="629627">
                <a:tc>
                  <a:txBody>
                    <a:bodyPr/>
                    <a:lstStyle/>
                    <a:p>
                      <a:pPr algn="ctr">
                        <a:lnSpc>
                          <a:spcPct val="115000"/>
                        </a:lnSpc>
                        <a:spcAft>
                          <a:spcPts val="1000"/>
                        </a:spcAft>
                      </a:pPr>
                      <a:r>
                        <a:rPr lang="en-NZ" sz="1600" dirty="0">
                          <a:effectLst/>
                        </a:rPr>
                        <a:t>Exercise</a:t>
                      </a:r>
                      <a:endParaRPr lang="en-GB" sz="1600" dirty="0">
                        <a:effectLst/>
                        <a:latin typeface="Cambria"/>
                        <a:ea typeface="Times New Roman"/>
                        <a:cs typeface="Times New Roman"/>
                      </a:endParaRPr>
                    </a:p>
                  </a:txBody>
                  <a:tcPr marL="68580" marR="68580" marT="0" marB="0" anchor="ctr"/>
                </a:tc>
                <a:tc>
                  <a:txBody>
                    <a:bodyPr/>
                    <a:lstStyle/>
                    <a:p>
                      <a:pPr algn="ctr">
                        <a:lnSpc>
                          <a:spcPct val="115000"/>
                        </a:lnSpc>
                        <a:spcAft>
                          <a:spcPts val="0"/>
                        </a:spcAft>
                      </a:pPr>
                      <a:r>
                        <a:rPr lang="en-GB" sz="1600" dirty="0">
                          <a:effectLst/>
                        </a:rPr>
                        <a:t>High impact sports present an increased risk of developing OA, </a:t>
                      </a:r>
                    </a:p>
                    <a:p>
                      <a:pPr algn="ctr">
                        <a:lnSpc>
                          <a:spcPct val="115000"/>
                        </a:lnSpc>
                        <a:spcAft>
                          <a:spcPts val="0"/>
                        </a:spcAft>
                      </a:pPr>
                      <a:r>
                        <a:rPr lang="en-GB" sz="1600" dirty="0">
                          <a:effectLst/>
                        </a:rPr>
                        <a:t>irrespective of injury.</a:t>
                      </a:r>
                      <a:endParaRPr lang="en-GB" sz="1600" dirty="0">
                        <a:effectLst/>
                        <a:latin typeface="Cambria"/>
                        <a:ea typeface="Times New Roman"/>
                        <a:cs typeface="Times New Roman"/>
                      </a:endParaRPr>
                    </a:p>
                  </a:txBody>
                  <a:tcPr marL="68580" marR="68580" marT="0" marB="0" anchor="ctr"/>
                </a:tc>
                <a:extLst>
                  <a:ext uri="{0D108BD9-81ED-4DB2-BD59-A6C34878D82A}">
                    <a16:rowId xmlns:a16="http://schemas.microsoft.com/office/drawing/2014/main" val="10004"/>
                  </a:ext>
                </a:extLst>
              </a:tr>
              <a:tr h="725048">
                <a:tc>
                  <a:txBody>
                    <a:bodyPr/>
                    <a:lstStyle/>
                    <a:p>
                      <a:pPr algn="ctr">
                        <a:lnSpc>
                          <a:spcPct val="115000"/>
                        </a:lnSpc>
                        <a:spcAft>
                          <a:spcPts val="1000"/>
                        </a:spcAft>
                      </a:pPr>
                      <a:r>
                        <a:rPr lang="en-GB" sz="1600" dirty="0">
                          <a:effectLst/>
                        </a:rPr>
                        <a:t>Gender</a:t>
                      </a:r>
                      <a:endParaRPr lang="en-GB" sz="1600" dirty="0">
                        <a:effectLst/>
                        <a:latin typeface="Cambria"/>
                        <a:ea typeface="Times New Roman"/>
                        <a:cs typeface="Times New Roman"/>
                      </a:endParaRPr>
                    </a:p>
                  </a:txBody>
                  <a:tcPr marL="68580" marR="68580" marT="0" marB="0" anchor="ctr"/>
                </a:tc>
                <a:tc>
                  <a:txBody>
                    <a:bodyPr/>
                    <a:lstStyle/>
                    <a:p>
                      <a:pPr algn="ctr">
                        <a:lnSpc>
                          <a:spcPct val="115000"/>
                        </a:lnSpc>
                        <a:spcAft>
                          <a:spcPts val="0"/>
                        </a:spcAft>
                      </a:pPr>
                      <a:r>
                        <a:rPr lang="en-GB" sz="1600" dirty="0">
                          <a:effectLst/>
                        </a:rPr>
                        <a:t>Men &lt;50 have a higher prevalence and incidence; women &gt;50 have a higher prevalence and incidence. More common and severe in women</a:t>
                      </a:r>
                      <a:endParaRPr lang="en-GB" sz="1600" dirty="0">
                        <a:effectLst/>
                        <a:latin typeface="Cambria"/>
                        <a:ea typeface="Times New Roman"/>
                        <a:cs typeface="Times New Roman"/>
                      </a:endParaRPr>
                    </a:p>
                  </a:txBody>
                  <a:tcPr marL="68580" marR="68580" marT="0" marB="0" anchor="ctr"/>
                </a:tc>
                <a:extLst>
                  <a:ext uri="{0D108BD9-81ED-4DB2-BD59-A6C34878D82A}">
                    <a16:rowId xmlns:a16="http://schemas.microsoft.com/office/drawing/2014/main" val="10005"/>
                  </a:ext>
                </a:extLst>
              </a:tr>
              <a:tr h="629627">
                <a:tc>
                  <a:txBody>
                    <a:bodyPr/>
                    <a:lstStyle/>
                    <a:p>
                      <a:pPr algn="ctr">
                        <a:lnSpc>
                          <a:spcPct val="115000"/>
                        </a:lnSpc>
                        <a:spcAft>
                          <a:spcPts val="1000"/>
                        </a:spcAft>
                      </a:pPr>
                      <a:r>
                        <a:rPr lang="en-GB" sz="1600" dirty="0">
                          <a:effectLst/>
                        </a:rPr>
                        <a:t>Ethnicity</a:t>
                      </a:r>
                      <a:endParaRPr lang="en-GB" sz="1600" dirty="0">
                        <a:effectLst/>
                        <a:latin typeface="Cambria"/>
                        <a:ea typeface="Times New Roman"/>
                        <a:cs typeface="Times New Roman"/>
                      </a:endParaRPr>
                    </a:p>
                  </a:txBody>
                  <a:tcPr marL="68580" marR="68580" marT="0" marB="0" anchor="ctr"/>
                </a:tc>
                <a:tc>
                  <a:txBody>
                    <a:bodyPr/>
                    <a:lstStyle/>
                    <a:p>
                      <a:pPr algn="ctr">
                        <a:lnSpc>
                          <a:spcPct val="115000"/>
                        </a:lnSpc>
                        <a:spcAft>
                          <a:spcPts val="0"/>
                        </a:spcAft>
                      </a:pPr>
                      <a:r>
                        <a:rPr lang="en-GB" sz="1600" dirty="0">
                          <a:effectLst/>
                        </a:rPr>
                        <a:t>A notable higher prevalence in </a:t>
                      </a:r>
                    </a:p>
                    <a:p>
                      <a:pPr algn="ctr">
                        <a:lnSpc>
                          <a:spcPct val="115000"/>
                        </a:lnSpc>
                        <a:spcAft>
                          <a:spcPts val="0"/>
                        </a:spcAft>
                      </a:pPr>
                      <a:r>
                        <a:rPr lang="en-GB" sz="1600" dirty="0">
                          <a:effectLst/>
                        </a:rPr>
                        <a:t>Europeans and African populations than Asians</a:t>
                      </a:r>
                      <a:endParaRPr lang="en-GB" sz="1600" dirty="0">
                        <a:effectLst/>
                        <a:latin typeface="Cambria"/>
                        <a:ea typeface="Times New Roman"/>
                        <a:cs typeface="Times New Roman"/>
                      </a:endParaRPr>
                    </a:p>
                  </a:txBody>
                  <a:tcPr marL="68580" marR="68580" marT="0" marB="0" anchor="ctr"/>
                </a:tc>
                <a:extLst>
                  <a:ext uri="{0D108BD9-81ED-4DB2-BD59-A6C34878D82A}">
                    <a16:rowId xmlns:a16="http://schemas.microsoft.com/office/drawing/2014/main" val="10006"/>
                  </a:ext>
                </a:extLst>
              </a:tr>
              <a:tr h="629627">
                <a:tc>
                  <a:txBody>
                    <a:bodyPr/>
                    <a:lstStyle/>
                    <a:p>
                      <a:pPr algn="ctr">
                        <a:lnSpc>
                          <a:spcPct val="115000"/>
                        </a:lnSpc>
                        <a:spcAft>
                          <a:spcPts val="1000"/>
                        </a:spcAft>
                      </a:pPr>
                      <a:r>
                        <a:rPr lang="en-GB" sz="1600" dirty="0">
                          <a:effectLst/>
                        </a:rPr>
                        <a:t>Genetics</a:t>
                      </a:r>
                      <a:endParaRPr lang="en-GB" sz="1600" dirty="0">
                        <a:effectLst/>
                        <a:latin typeface="Cambria"/>
                        <a:ea typeface="Times New Roman"/>
                        <a:cs typeface="Times New Roman"/>
                      </a:endParaRPr>
                    </a:p>
                  </a:txBody>
                  <a:tcPr marL="68580" marR="68580" marT="0" marB="0" anchor="ctr"/>
                </a:tc>
                <a:tc>
                  <a:txBody>
                    <a:bodyPr/>
                    <a:lstStyle/>
                    <a:p>
                      <a:pPr algn="ctr">
                        <a:lnSpc>
                          <a:spcPct val="115000"/>
                        </a:lnSpc>
                        <a:spcAft>
                          <a:spcPts val="0"/>
                        </a:spcAft>
                      </a:pPr>
                      <a:r>
                        <a:rPr lang="en-GB" sz="1600" dirty="0">
                          <a:effectLst/>
                        </a:rPr>
                        <a:t>There is genetic susceptibility to the disease. Children of parents with early onset OA are at a personal higher risk of developing the disease.</a:t>
                      </a:r>
                      <a:endParaRPr lang="en-GB" sz="1600" dirty="0">
                        <a:effectLst/>
                        <a:latin typeface="Cambria"/>
                        <a:ea typeface="Times New Roman"/>
                        <a:cs typeface="Times New Roman"/>
                      </a:endParaRPr>
                    </a:p>
                  </a:txBody>
                  <a:tcPr marL="68580" marR="68580" marT="0" marB="0" anchor="ctr"/>
                </a:tc>
                <a:extLst>
                  <a:ext uri="{0D108BD9-81ED-4DB2-BD59-A6C34878D82A}">
                    <a16:rowId xmlns:a16="http://schemas.microsoft.com/office/drawing/2014/main" val="10007"/>
                  </a:ext>
                </a:extLst>
              </a:tr>
              <a:tr h="629627">
                <a:tc>
                  <a:txBody>
                    <a:bodyPr/>
                    <a:lstStyle/>
                    <a:p>
                      <a:pPr algn="ctr">
                        <a:lnSpc>
                          <a:spcPct val="115000"/>
                        </a:lnSpc>
                        <a:spcAft>
                          <a:spcPts val="1000"/>
                        </a:spcAft>
                      </a:pPr>
                      <a:r>
                        <a:rPr lang="en-GB" sz="1600" dirty="0">
                          <a:effectLst/>
                        </a:rPr>
                        <a:t>Obesity</a:t>
                      </a:r>
                      <a:endParaRPr lang="en-GB" sz="1600" dirty="0">
                        <a:effectLst/>
                        <a:latin typeface="Cambria"/>
                        <a:ea typeface="Times New Roman"/>
                        <a:cs typeface="Times New Roman"/>
                      </a:endParaRPr>
                    </a:p>
                  </a:txBody>
                  <a:tcPr marL="68580" marR="68580" marT="0" marB="0" anchor="ctr"/>
                </a:tc>
                <a:tc>
                  <a:txBody>
                    <a:bodyPr/>
                    <a:lstStyle/>
                    <a:p>
                      <a:pPr algn="ctr">
                        <a:lnSpc>
                          <a:spcPct val="115000"/>
                        </a:lnSpc>
                        <a:spcAft>
                          <a:spcPts val="0"/>
                        </a:spcAft>
                        <a:tabLst>
                          <a:tab pos="2865755" algn="ctr"/>
                          <a:tab pos="5731510" algn="r"/>
                          <a:tab pos="457200" algn="l"/>
                        </a:tabLst>
                      </a:pPr>
                      <a:r>
                        <a:rPr lang="en-GB" sz="1600" dirty="0">
                          <a:effectLst/>
                        </a:rPr>
                        <a:t>Strongest modifiable risk factor. </a:t>
                      </a:r>
                    </a:p>
                    <a:p>
                      <a:pPr algn="ctr">
                        <a:lnSpc>
                          <a:spcPct val="115000"/>
                        </a:lnSpc>
                        <a:spcAft>
                          <a:spcPts val="0"/>
                        </a:spcAft>
                        <a:tabLst>
                          <a:tab pos="2865755" algn="ctr"/>
                          <a:tab pos="5731510" algn="r"/>
                          <a:tab pos="457200" algn="l"/>
                        </a:tabLst>
                      </a:pPr>
                      <a:r>
                        <a:rPr lang="en-GB" sz="1600" dirty="0">
                          <a:effectLst/>
                        </a:rPr>
                        <a:t>Being overweight in late-30s is a risk factor for developing knee OA</a:t>
                      </a:r>
                      <a:endParaRPr lang="en-GB" sz="1600" dirty="0">
                        <a:effectLst/>
                        <a:latin typeface="Cambria"/>
                        <a:ea typeface="Times New Roman"/>
                        <a:cs typeface="Times New Roman"/>
                      </a:endParaRPr>
                    </a:p>
                  </a:txBody>
                  <a:tcPr marL="68580" marR="68580" marT="0" marB="0"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915950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74939-0C2B-4170-9243-8C03E391EBB5}"/>
              </a:ext>
            </a:extLst>
          </p:cNvPr>
          <p:cNvSpPr>
            <a:spLocks noGrp="1"/>
          </p:cNvSpPr>
          <p:nvPr>
            <p:ph type="title"/>
          </p:nvPr>
        </p:nvSpPr>
        <p:spPr/>
        <p:txBody>
          <a:bodyPr/>
          <a:lstStyle/>
          <a:p>
            <a:r>
              <a:rPr lang="en-GB"/>
              <a:t>Diagnostic Criteria</a:t>
            </a:r>
          </a:p>
        </p:txBody>
      </p:sp>
      <p:sp>
        <p:nvSpPr>
          <p:cNvPr id="3" name="Content Placeholder 2">
            <a:extLst>
              <a:ext uri="{FF2B5EF4-FFF2-40B4-BE49-F238E27FC236}">
                <a16:creationId xmlns:a16="http://schemas.microsoft.com/office/drawing/2014/main" id="{C880CB25-F1F8-4B05-83B0-24B17C85A129}"/>
              </a:ext>
            </a:extLst>
          </p:cNvPr>
          <p:cNvSpPr>
            <a:spLocks noGrp="1"/>
          </p:cNvSpPr>
          <p:nvPr>
            <p:ph idx="1"/>
          </p:nvPr>
        </p:nvSpPr>
        <p:spPr/>
        <p:txBody>
          <a:bodyPr/>
          <a:lstStyle/>
          <a:p>
            <a:r>
              <a:rPr lang="en-GB" dirty="0"/>
              <a:t>Aged 45 or older</a:t>
            </a:r>
          </a:p>
          <a:p>
            <a:r>
              <a:rPr lang="en-GB" dirty="0"/>
              <a:t>Joint pain that gets worse on activity</a:t>
            </a:r>
          </a:p>
          <a:p>
            <a:r>
              <a:rPr lang="en-GB" dirty="0"/>
              <a:t>Joint stiffness not there in the mornings, or lasts less than 30 minutes</a:t>
            </a:r>
          </a:p>
        </p:txBody>
      </p:sp>
    </p:spTree>
    <p:extLst>
      <p:ext uri="{BB962C8B-B14F-4D97-AF65-F5344CB8AC3E}">
        <p14:creationId xmlns:p14="http://schemas.microsoft.com/office/powerpoint/2010/main" val="2624012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632" y="537248"/>
            <a:ext cx="7886700" cy="1081782"/>
          </a:xfrm>
        </p:spPr>
        <p:txBody>
          <a:bodyPr/>
          <a:lstStyle/>
          <a:p>
            <a:r>
              <a:rPr lang="en-GB"/>
              <a:t>Clinical Presentation</a:t>
            </a:r>
          </a:p>
        </p:txBody>
      </p:sp>
      <p:graphicFrame>
        <p:nvGraphicFramePr>
          <p:cNvPr id="4" name="Table 3"/>
          <p:cNvGraphicFramePr>
            <a:graphicFrameLocks noGrp="1"/>
          </p:cNvGraphicFramePr>
          <p:nvPr>
            <p:extLst>
              <p:ext uri="{D42A27DB-BD31-4B8C-83A1-F6EECF244321}">
                <p14:modId xmlns:p14="http://schemas.microsoft.com/office/powerpoint/2010/main" val="3182742003"/>
              </p:ext>
            </p:extLst>
          </p:nvPr>
        </p:nvGraphicFramePr>
        <p:xfrm>
          <a:off x="484632" y="1773936"/>
          <a:ext cx="8412480" cy="5084153"/>
        </p:xfrm>
        <a:graphic>
          <a:graphicData uri="http://schemas.openxmlformats.org/drawingml/2006/table">
            <a:tbl>
              <a:tblPr firstRow="1" firstCol="1" bandRow="1">
                <a:tableStyleId>{EB344D84-9AFB-497E-A393-DC336BA19D2E}</a:tableStyleId>
              </a:tblPr>
              <a:tblGrid>
                <a:gridCol w="2175924">
                  <a:extLst>
                    <a:ext uri="{9D8B030D-6E8A-4147-A177-3AD203B41FA5}">
                      <a16:colId xmlns:a16="http://schemas.microsoft.com/office/drawing/2014/main" val="20000"/>
                    </a:ext>
                  </a:extLst>
                </a:gridCol>
                <a:gridCol w="6236556">
                  <a:extLst>
                    <a:ext uri="{9D8B030D-6E8A-4147-A177-3AD203B41FA5}">
                      <a16:colId xmlns:a16="http://schemas.microsoft.com/office/drawing/2014/main" val="20001"/>
                    </a:ext>
                  </a:extLst>
                </a:gridCol>
              </a:tblGrid>
              <a:tr h="294017">
                <a:tc>
                  <a:txBody>
                    <a:bodyPr/>
                    <a:lstStyle/>
                    <a:p>
                      <a:pPr>
                        <a:lnSpc>
                          <a:spcPct val="115000"/>
                        </a:lnSpc>
                        <a:spcAft>
                          <a:spcPts val="1000"/>
                        </a:spcAft>
                      </a:pPr>
                      <a:r>
                        <a:rPr lang="en-US" sz="1400">
                          <a:solidFill>
                            <a:schemeClr val="tx1"/>
                          </a:solidFill>
                          <a:effectLst/>
                        </a:rPr>
                        <a:t>Sign/Symptom</a:t>
                      </a:r>
                      <a:endParaRPr lang="en-GB" sz="1400">
                        <a:solidFill>
                          <a:schemeClr val="tx1"/>
                        </a:solidFill>
                        <a:effectLst/>
                        <a:latin typeface="Cambria"/>
                        <a:ea typeface="Times New Roman"/>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en-US" sz="1800" dirty="0">
                          <a:solidFill>
                            <a:schemeClr val="tx1"/>
                          </a:solidFill>
                          <a:effectLst/>
                        </a:rPr>
                        <a:t>Presentation</a:t>
                      </a:r>
                      <a:endParaRPr lang="en-GB" sz="1800" dirty="0">
                        <a:solidFill>
                          <a:schemeClr val="tx1"/>
                        </a:solidFill>
                        <a:effectLst/>
                        <a:latin typeface="Cambria"/>
                        <a:ea typeface="Times New Roman"/>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01951">
                <a:tc>
                  <a:txBody>
                    <a:bodyPr/>
                    <a:lstStyle/>
                    <a:p>
                      <a:pPr>
                        <a:lnSpc>
                          <a:spcPct val="115000"/>
                        </a:lnSpc>
                        <a:spcAft>
                          <a:spcPts val="1000"/>
                        </a:spcAft>
                      </a:pPr>
                      <a:r>
                        <a:rPr lang="en-US" sz="1600" dirty="0">
                          <a:solidFill>
                            <a:schemeClr val="tx1"/>
                          </a:solidFill>
                          <a:effectLst/>
                        </a:rPr>
                        <a:t>Pain</a:t>
                      </a:r>
                      <a:endParaRPr lang="en-GB" sz="1600" dirty="0">
                        <a:solidFill>
                          <a:schemeClr val="tx1"/>
                        </a:solidFill>
                        <a:effectLst/>
                        <a:latin typeface="Cambria"/>
                        <a:ea typeface="Times New Roman"/>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1000"/>
                        </a:spcAft>
                      </a:pPr>
                      <a:r>
                        <a:rPr lang="en-US" sz="1600" dirty="0">
                          <a:effectLst/>
                        </a:rPr>
                        <a:t>Associated with movement; often at the end of the day or associated with long bouts of activity</a:t>
                      </a:r>
                      <a:endParaRPr lang="en-GB" sz="1600" dirty="0">
                        <a:effectLst/>
                        <a:latin typeface="Cambria"/>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01951">
                <a:tc>
                  <a:txBody>
                    <a:bodyPr/>
                    <a:lstStyle/>
                    <a:p>
                      <a:pPr>
                        <a:lnSpc>
                          <a:spcPct val="115000"/>
                        </a:lnSpc>
                        <a:spcAft>
                          <a:spcPts val="1000"/>
                        </a:spcAft>
                      </a:pPr>
                      <a:r>
                        <a:rPr lang="en-US" sz="1600" dirty="0">
                          <a:solidFill>
                            <a:schemeClr val="tx1"/>
                          </a:solidFill>
                          <a:effectLst/>
                        </a:rPr>
                        <a:t>Stiffness</a:t>
                      </a:r>
                      <a:endParaRPr lang="en-GB" sz="1600" dirty="0">
                        <a:solidFill>
                          <a:schemeClr val="tx1"/>
                        </a:solidFill>
                        <a:effectLst/>
                        <a:latin typeface="Cambria"/>
                        <a:ea typeface="Times New Roman"/>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1000"/>
                        </a:spcAft>
                      </a:pPr>
                      <a:r>
                        <a:rPr lang="en-US" sz="1600" dirty="0">
                          <a:effectLst/>
                        </a:rPr>
                        <a:t>After long period of rest or first thing in morning; eases relatively quickly with gentle movement</a:t>
                      </a:r>
                      <a:endParaRPr lang="en-GB" sz="1600" dirty="0">
                        <a:effectLst/>
                        <a:latin typeface="Cambria"/>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01951">
                <a:tc>
                  <a:txBody>
                    <a:bodyPr/>
                    <a:lstStyle/>
                    <a:p>
                      <a:pPr>
                        <a:lnSpc>
                          <a:spcPct val="115000"/>
                        </a:lnSpc>
                        <a:spcAft>
                          <a:spcPts val="1000"/>
                        </a:spcAft>
                      </a:pPr>
                      <a:r>
                        <a:rPr lang="en-US" sz="1600" dirty="0">
                          <a:solidFill>
                            <a:schemeClr val="tx1"/>
                          </a:solidFill>
                          <a:effectLst/>
                        </a:rPr>
                        <a:t>Crepitus</a:t>
                      </a:r>
                      <a:endParaRPr lang="en-GB" sz="1600" dirty="0">
                        <a:solidFill>
                          <a:schemeClr val="tx1"/>
                        </a:solidFill>
                        <a:effectLst/>
                        <a:latin typeface="Cambria"/>
                        <a:ea typeface="Times New Roman"/>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1000"/>
                        </a:spcAft>
                      </a:pPr>
                      <a:r>
                        <a:rPr lang="en-US" sz="1600" dirty="0">
                          <a:effectLst/>
                        </a:rPr>
                        <a:t>Creaking or grinding on movement; palpable and often associated with pain</a:t>
                      </a:r>
                      <a:endParaRPr lang="en-GB" sz="1600" dirty="0">
                        <a:effectLst/>
                        <a:latin typeface="Cambria"/>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01951">
                <a:tc>
                  <a:txBody>
                    <a:bodyPr/>
                    <a:lstStyle/>
                    <a:p>
                      <a:pPr>
                        <a:lnSpc>
                          <a:spcPct val="115000"/>
                        </a:lnSpc>
                        <a:spcAft>
                          <a:spcPts val="1000"/>
                        </a:spcAft>
                      </a:pPr>
                      <a:r>
                        <a:rPr lang="en-US" sz="1600" dirty="0">
                          <a:solidFill>
                            <a:schemeClr val="tx1"/>
                          </a:solidFill>
                          <a:effectLst/>
                        </a:rPr>
                        <a:t>Swelling</a:t>
                      </a:r>
                      <a:endParaRPr lang="en-GB" sz="1600" dirty="0">
                        <a:solidFill>
                          <a:schemeClr val="tx1"/>
                        </a:solidFill>
                        <a:effectLst/>
                        <a:latin typeface="Cambria"/>
                        <a:ea typeface="Times New Roman"/>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1000"/>
                        </a:spcAft>
                      </a:pPr>
                      <a:r>
                        <a:rPr lang="en-US" sz="1600" dirty="0">
                          <a:effectLst/>
                        </a:rPr>
                        <a:t>Palpable </a:t>
                      </a:r>
                      <a:r>
                        <a:rPr lang="en-US" sz="1600" dirty="0" err="1">
                          <a:effectLst/>
                        </a:rPr>
                        <a:t>generalised</a:t>
                      </a:r>
                      <a:r>
                        <a:rPr lang="en-US" sz="1600" dirty="0">
                          <a:effectLst/>
                        </a:rPr>
                        <a:t> soft joint swelling; may also present as specific swelling, typically at the back of the knee</a:t>
                      </a:r>
                      <a:endParaRPr lang="en-GB" sz="1600" dirty="0">
                        <a:effectLst/>
                        <a:latin typeface="Cambria"/>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69476">
                <a:tc>
                  <a:txBody>
                    <a:bodyPr/>
                    <a:lstStyle/>
                    <a:p>
                      <a:pPr>
                        <a:lnSpc>
                          <a:spcPct val="115000"/>
                        </a:lnSpc>
                        <a:spcAft>
                          <a:spcPts val="1000"/>
                        </a:spcAft>
                      </a:pPr>
                      <a:r>
                        <a:rPr lang="en-US" sz="1600" dirty="0">
                          <a:solidFill>
                            <a:schemeClr val="tx1"/>
                          </a:solidFill>
                          <a:effectLst/>
                        </a:rPr>
                        <a:t>Osteophytes</a:t>
                      </a:r>
                      <a:endParaRPr lang="en-GB" sz="1600" dirty="0">
                        <a:solidFill>
                          <a:schemeClr val="tx1"/>
                        </a:solidFill>
                        <a:effectLst/>
                        <a:latin typeface="Cambria"/>
                        <a:ea typeface="Times New Roman"/>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1000"/>
                        </a:spcAft>
                      </a:pPr>
                      <a:r>
                        <a:rPr lang="en-US" sz="1600" dirty="0">
                          <a:effectLst/>
                        </a:rPr>
                        <a:t>Boney swellings at margins of joint. Particularly noticeable in distal finger joints associated with hand OA</a:t>
                      </a:r>
                      <a:endParaRPr lang="en-GB" sz="1600" dirty="0">
                        <a:effectLst/>
                        <a:latin typeface="Cambria"/>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501951">
                <a:tc>
                  <a:txBody>
                    <a:bodyPr/>
                    <a:lstStyle/>
                    <a:p>
                      <a:pPr>
                        <a:lnSpc>
                          <a:spcPct val="115000"/>
                        </a:lnSpc>
                        <a:spcAft>
                          <a:spcPts val="1000"/>
                        </a:spcAft>
                      </a:pPr>
                      <a:r>
                        <a:rPr lang="en-US" sz="1600" dirty="0">
                          <a:solidFill>
                            <a:schemeClr val="tx1"/>
                          </a:solidFill>
                          <a:effectLst/>
                        </a:rPr>
                        <a:t>Giving way</a:t>
                      </a:r>
                      <a:endParaRPr lang="en-GB" sz="1600" dirty="0">
                        <a:solidFill>
                          <a:schemeClr val="tx1"/>
                        </a:solidFill>
                        <a:effectLst/>
                        <a:latin typeface="Cambria"/>
                        <a:ea typeface="Times New Roman"/>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1000"/>
                        </a:spcAft>
                      </a:pPr>
                      <a:r>
                        <a:rPr lang="en-US" sz="1600" dirty="0">
                          <a:effectLst/>
                        </a:rPr>
                        <a:t>Associated with muscle weakness or ligamentous laxity; reduced proprioception; particularly affects the knee joints</a:t>
                      </a:r>
                      <a:endParaRPr lang="en-GB" sz="1600" dirty="0">
                        <a:effectLst/>
                        <a:latin typeface="Cambria"/>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752927">
                <a:tc>
                  <a:txBody>
                    <a:bodyPr/>
                    <a:lstStyle/>
                    <a:p>
                      <a:pPr>
                        <a:lnSpc>
                          <a:spcPct val="115000"/>
                        </a:lnSpc>
                        <a:spcAft>
                          <a:spcPts val="1000"/>
                        </a:spcAft>
                      </a:pPr>
                      <a:r>
                        <a:rPr lang="en-US" sz="1600">
                          <a:solidFill>
                            <a:schemeClr val="tx1"/>
                          </a:solidFill>
                          <a:effectLst/>
                        </a:rPr>
                        <a:t>Reduced ROM</a:t>
                      </a:r>
                      <a:endParaRPr lang="en-GB" sz="1600">
                        <a:solidFill>
                          <a:schemeClr val="tx1"/>
                        </a:solidFill>
                        <a:effectLst/>
                        <a:latin typeface="Cambria"/>
                        <a:ea typeface="Times New Roman"/>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1000"/>
                        </a:spcAft>
                      </a:pPr>
                      <a:r>
                        <a:rPr lang="en-US" sz="1600" dirty="0">
                          <a:effectLst/>
                        </a:rPr>
                        <a:t>Joints with large range of movement generally affected e.g. hip, knee and shoulder; adaptive shortening of associated muscle groups</a:t>
                      </a:r>
                      <a:endParaRPr lang="en-GB" sz="1600" dirty="0">
                        <a:effectLst/>
                        <a:latin typeface="Cambria"/>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752927">
                <a:tc>
                  <a:txBody>
                    <a:bodyPr/>
                    <a:lstStyle/>
                    <a:p>
                      <a:pPr>
                        <a:lnSpc>
                          <a:spcPct val="115000"/>
                        </a:lnSpc>
                        <a:spcAft>
                          <a:spcPts val="1000"/>
                        </a:spcAft>
                      </a:pPr>
                      <a:r>
                        <a:rPr lang="en-US" sz="1600" dirty="0">
                          <a:solidFill>
                            <a:schemeClr val="tx1"/>
                          </a:solidFill>
                          <a:effectLst/>
                        </a:rPr>
                        <a:t>Muscle wasting</a:t>
                      </a:r>
                      <a:endParaRPr lang="en-GB" sz="1600" dirty="0">
                        <a:solidFill>
                          <a:schemeClr val="tx1"/>
                        </a:solidFill>
                        <a:effectLst/>
                        <a:latin typeface="Cambria"/>
                        <a:ea typeface="Times New Roman"/>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1000"/>
                        </a:spcAft>
                      </a:pPr>
                      <a:r>
                        <a:rPr lang="en-US" sz="1600" dirty="0">
                          <a:effectLst/>
                        </a:rPr>
                        <a:t>Most noticeable in the large anti-gravity muscles of the lower limb e.g. quadriceps and gluteal muscles; reduced strength and endurance</a:t>
                      </a:r>
                      <a:endParaRPr lang="en-GB" sz="1600" dirty="0">
                        <a:effectLst/>
                        <a:latin typeface="Cambria"/>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522903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5662D-73BA-4E1A-BDF1-A86766DE8C6E}"/>
              </a:ext>
            </a:extLst>
          </p:cNvPr>
          <p:cNvSpPr>
            <a:spLocks noGrp="1"/>
          </p:cNvSpPr>
          <p:nvPr>
            <p:ph type="title"/>
          </p:nvPr>
        </p:nvSpPr>
        <p:spPr>
          <a:xfrm>
            <a:off x="644002" y="692696"/>
            <a:ext cx="7886700" cy="1207716"/>
          </a:xfrm>
        </p:spPr>
        <p:txBody>
          <a:bodyPr/>
          <a:lstStyle/>
          <a:p>
            <a:r>
              <a:rPr lang="en-GB"/>
              <a:t>Relationship of symptoms and signs in OA</a:t>
            </a:r>
          </a:p>
        </p:txBody>
      </p:sp>
      <p:sp>
        <p:nvSpPr>
          <p:cNvPr id="4" name="Rectangle 3">
            <a:extLst>
              <a:ext uri="{FF2B5EF4-FFF2-40B4-BE49-F238E27FC236}">
                <a16:creationId xmlns:a16="http://schemas.microsoft.com/office/drawing/2014/main" id="{77BDD7EF-FEA4-4DFF-A996-795425DF6D42}"/>
              </a:ext>
            </a:extLst>
          </p:cNvPr>
          <p:cNvSpPr/>
          <p:nvPr/>
        </p:nvSpPr>
        <p:spPr>
          <a:xfrm>
            <a:off x="6463204" y="2090054"/>
            <a:ext cx="1126605"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a:t>Joint effusion</a:t>
            </a:r>
          </a:p>
        </p:txBody>
      </p:sp>
      <p:sp>
        <p:nvSpPr>
          <p:cNvPr id="5" name="Rectangle 4">
            <a:extLst>
              <a:ext uri="{FF2B5EF4-FFF2-40B4-BE49-F238E27FC236}">
                <a16:creationId xmlns:a16="http://schemas.microsoft.com/office/drawing/2014/main" id="{536080DE-1EE3-4E6D-A192-641E63FAF7E6}"/>
              </a:ext>
            </a:extLst>
          </p:cNvPr>
          <p:cNvSpPr/>
          <p:nvPr/>
        </p:nvSpPr>
        <p:spPr>
          <a:xfrm>
            <a:off x="6315537" y="4318178"/>
            <a:ext cx="1421938"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a:t>Muscle Inhibition</a:t>
            </a:r>
          </a:p>
        </p:txBody>
      </p:sp>
      <p:sp>
        <p:nvSpPr>
          <p:cNvPr id="6" name="Rectangle 5">
            <a:extLst>
              <a:ext uri="{FF2B5EF4-FFF2-40B4-BE49-F238E27FC236}">
                <a16:creationId xmlns:a16="http://schemas.microsoft.com/office/drawing/2014/main" id="{F1D0BA52-85DF-4CBB-99B6-4A18CD5ED983}"/>
              </a:ext>
            </a:extLst>
          </p:cNvPr>
          <p:cNvSpPr/>
          <p:nvPr/>
        </p:nvSpPr>
        <p:spPr>
          <a:xfrm>
            <a:off x="3772824" y="3425249"/>
            <a:ext cx="1421939" cy="61907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a:t>Pain</a:t>
            </a:r>
          </a:p>
        </p:txBody>
      </p:sp>
      <p:sp>
        <p:nvSpPr>
          <p:cNvPr id="7" name="Rectangle 6">
            <a:extLst>
              <a:ext uri="{FF2B5EF4-FFF2-40B4-BE49-F238E27FC236}">
                <a16:creationId xmlns:a16="http://schemas.microsoft.com/office/drawing/2014/main" id="{84C1C79F-32B1-41D6-8C3F-17FECB398C6C}"/>
              </a:ext>
            </a:extLst>
          </p:cNvPr>
          <p:cNvSpPr/>
          <p:nvPr/>
        </p:nvSpPr>
        <p:spPr>
          <a:xfrm>
            <a:off x="3741476" y="4460683"/>
            <a:ext cx="1615154" cy="60511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a:t>Loss of Range of movement </a:t>
            </a:r>
          </a:p>
        </p:txBody>
      </p:sp>
      <p:sp>
        <p:nvSpPr>
          <p:cNvPr id="8" name="Rectangle 7">
            <a:extLst>
              <a:ext uri="{FF2B5EF4-FFF2-40B4-BE49-F238E27FC236}">
                <a16:creationId xmlns:a16="http://schemas.microsoft.com/office/drawing/2014/main" id="{D4D784FA-9805-4EF3-9EE3-80C8064D7C70}"/>
              </a:ext>
            </a:extLst>
          </p:cNvPr>
          <p:cNvSpPr/>
          <p:nvPr/>
        </p:nvSpPr>
        <p:spPr>
          <a:xfrm>
            <a:off x="1558248" y="4220727"/>
            <a:ext cx="1123112"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a:t>Instability</a:t>
            </a:r>
          </a:p>
        </p:txBody>
      </p:sp>
      <p:sp>
        <p:nvSpPr>
          <p:cNvPr id="9" name="Rectangle 8">
            <a:extLst>
              <a:ext uri="{FF2B5EF4-FFF2-40B4-BE49-F238E27FC236}">
                <a16:creationId xmlns:a16="http://schemas.microsoft.com/office/drawing/2014/main" id="{5ADFEF93-0FDC-4C98-B043-9BC2EE71BB06}"/>
              </a:ext>
            </a:extLst>
          </p:cNvPr>
          <p:cNvSpPr/>
          <p:nvPr/>
        </p:nvSpPr>
        <p:spPr>
          <a:xfrm>
            <a:off x="3573922" y="5437841"/>
            <a:ext cx="2051573" cy="45723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a:t>Muscle Atrophy </a:t>
            </a:r>
          </a:p>
        </p:txBody>
      </p:sp>
      <p:sp>
        <p:nvSpPr>
          <p:cNvPr id="10" name="Rectangle 9">
            <a:extLst>
              <a:ext uri="{FF2B5EF4-FFF2-40B4-BE49-F238E27FC236}">
                <a16:creationId xmlns:a16="http://schemas.microsoft.com/office/drawing/2014/main" id="{A87F6436-6358-4EEE-A49D-EAAABD3DC2C8}"/>
              </a:ext>
            </a:extLst>
          </p:cNvPr>
          <p:cNvSpPr/>
          <p:nvPr/>
        </p:nvSpPr>
        <p:spPr>
          <a:xfrm>
            <a:off x="3741476" y="2048330"/>
            <a:ext cx="1547379"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a:t>Inflammation</a:t>
            </a:r>
          </a:p>
        </p:txBody>
      </p:sp>
      <p:sp>
        <p:nvSpPr>
          <p:cNvPr id="11" name="Rectangle 10">
            <a:extLst>
              <a:ext uri="{FF2B5EF4-FFF2-40B4-BE49-F238E27FC236}">
                <a16:creationId xmlns:a16="http://schemas.microsoft.com/office/drawing/2014/main" id="{14668891-E15E-43AD-8B0B-DFAD4CE1BB3B}"/>
              </a:ext>
            </a:extLst>
          </p:cNvPr>
          <p:cNvSpPr/>
          <p:nvPr/>
        </p:nvSpPr>
        <p:spPr>
          <a:xfrm>
            <a:off x="3436676" y="6332701"/>
            <a:ext cx="2301352" cy="39783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a:t>Reduced Function</a:t>
            </a:r>
          </a:p>
        </p:txBody>
      </p:sp>
      <p:cxnSp>
        <p:nvCxnSpPr>
          <p:cNvPr id="28" name="Straight Arrow Connector 27">
            <a:extLst>
              <a:ext uri="{FF2B5EF4-FFF2-40B4-BE49-F238E27FC236}">
                <a16:creationId xmlns:a16="http://schemas.microsoft.com/office/drawing/2014/main" id="{5A6E7F5B-AD72-4D98-ADE3-575AA306900A}"/>
              </a:ext>
            </a:extLst>
          </p:cNvPr>
          <p:cNvCxnSpPr>
            <a:cxnSpLocks/>
          </p:cNvCxnSpPr>
          <p:nvPr/>
        </p:nvCxnSpPr>
        <p:spPr>
          <a:xfrm>
            <a:off x="7026506" y="3119264"/>
            <a:ext cx="0" cy="11014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D66D5025-3970-42C6-97E5-CCC818CD6CF0}"/>
              </a:ext>
            </a:extLst>
          </p:cNvPr>
          <p:cNvCxnSpPr>
            <a:cxnSpLocks/>
          </p:cNvCxnSpPr>
          <p:nvPr/>
        </p:nvCxnSpPr>
        <p:spPr>
          <a:xfrm flipH="1" flipV="1">
            <a:off x="5356630" y="3734788"/>
            <a:ext cx="155678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20AD267E-0881-400A-8744-CE8FA972501D}"/>
              </a:ext>
            </a:extLst>
          </p:cNvPr>
          <p:cNvCxnSpPr/>
          <p:nvPr/>
        </p:nvCxnSpPr>
        <p:spPr>
          <a:xfrm>
            <a:off x="5356630" y="2547254"/>
            <a:ext cx="110657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A0449883-0CBA-435A-A43B-0A1095EF7C98}"/>
              </a:ext>
            </a:extLst>
          </p:cNvPr>
          <p:cNvCxnSpPr>
            <a:cxnSpLocks/>
          </p:cNvCxnSpPr>
          <p:nvPr/>
        </p:nvCxnSpPr>
        <p:spPr>
          <a:xfrm>
            <a:off x="4483793" y="3004454"/>
            <a:ext cx="0" cy="4207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5FEC08E1-A87C-47ED-87CD-763221138916}"/>
              </a:ext>
            </a:extLst>
          </p:cNvPr>
          <p:cNvCxnSpPr>
            <a:cxnSpLocks/>
            <a:stCxn id="6" idx="2"/>
          </p:cNvCxnSpPr>
          <p:nvPr/>
        </p:nvCxnSpPr>
        <p:spPr>
          <a:xfrm flipH="1">
            <a:off x="4482054" y="4044327"/>
            <a:ext cx="1740" cy="41635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09BB7344-83DB-4480-866A-4A6C65680C39}"/>
              </a:ext>
            </a:extLst>
          </p:cNvPr>
          <p:cNvCxnSpPr/>
          <p:nvPr/>
        </p:nvCxnSpPr>
        <p:spPr>
          <a:xfrm>
            <a:off x="2119804" y="3734789"/>
            <a:ext cx="149115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F0255766-17C3-46C1-8FBA-F03BDD6CD8AB}"/>
              </a:ext>
            </a:extLst>
          </p:cNvPr>
          <p:cNvCxnSpPr>
            <a:cxnSpLocks/>
            <a:stCxn id="8" idx="0"/>
          </p:cNvCxnSpPr>
          <p:nvPr/>
        </p:nvCxnSpPr>
        <p:spPr>
          <a:xfrm flipV="1">
            <a:off x="2119804" y="3865418"/>
            <a:ext cx="0" cy="3553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2" name="Straight Arrow Connector 71">
            <a:extLst>
              <a:ext uri="{FF2B5EF4-FFF2-40B4-BE49-F238E27FC236}">
                <a16:creationId xmlns:a16="http://schemas.microsoft.com/office/drawing/2014/main" id="{17F6EFA2-ED13-47F5-820A-EC300898ABB0}"/>
              </a:ext>
            </a:extLst>
          </p:cNvPr>
          <p:cNvCxnSpPr/>
          <p:nvPr/>
        </p:nvCxnSpPr>
        <p:spPr>
          <a:xfrm flipV="1">
            <a:off x="2119804" y="2505530"/>
            <a:ext cx="0" cy="11644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5A887EF8-C2A3-4FC1-B52F-736D86A4F29D}"/>
              </a:ext>
            </a:extLst>
          </p:cNvPr>
          <p:cNvCxnSpPr/>
          <p:nvPr/>
        </p:nvCxnSpPr>
        <p:spPr>
          <a:xfrm>
            <a:off x="2230582" y="2547254"/>
            <a:ext cx="138037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7" name="Connector: Elbow 76">
            <a:extLst>
              <a:ext uri="{FF2B5EF4-FFF2-40B4-BE49-F238E27FC236}">
                <a16:creationId xmlns:a16="http://schemas.microsoft.com/office/drawing/2014/main" id="{29152165-667D-4C23-A91C-888ECA952E24}"/>
              </a:ext>
            </a:extLst>
          </p:cNvPr>
          <p:cNvCxnSpPr>
            <a:cxnSpLocks/>
          </p:cNvCxnSpPr>
          <p:nvPr/>
        </p:nvCxnSpPr>
        <p:spPr>
          <a:xfrm rot="10800000">
            <a:off x="2008910" y="5232579"/>
            <a:ext cx="1509597" cy="462523"/>
          </a:xfrm>
          <a:prstGeom prst="bentConnector3">
            <a:avLst>
              <a:gd name="adj1" fmla="val 99559"/>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1" name="Connector: Elbow 80">
            <a:extLst>
              <a:ext uri="{FF2B5EF4-FFF2-40B4-BE49-F238E27FC236}">
                <a16:creationId xmlns:a16="http://schemas.microsoft.com/office/drawing/2014/main" id="{9665BC59-D8CA-47FD-B9F2-49CDC0E2EF43}"/>
              </a:ext>
            </a:extLst>
          </p:cNvPr>
          <p:cNvCxnSpPr/>
          <p:nvPr/>
        </p:nvCxnSpPr>
        <p:spPr>
          <a:xfrm rot="10800000" flipV="1">
            <a:off x="5738028" y="5309947"/>
            <a:ext cx="1288478" cy="385153"/>
          </a:xfrm>
          <a:prstGeom prst="bentConnector3">
            <a:avLst>
              <a:gd name="adj1" fmla="val -161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B034699F-2B5B-46FB-82C3-9A8CEE8510CB}"/>
              </a:ext>
            </a:extLst>
          </p:cNvPr>
          <p:cNvCxnSpPr>
            <a:cxnSpLocks/>
          </p:cNvCxnSpPr>
          <p:nvPr/>
        </p:nvCxnSpPr>
        <p:spPr>
          <a:xfrm>
            <a:off x="4510086" y="5065801"/>
            <a:ext cx="0" cy="37204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AED57812-E69E-4AFD-B5CC-8851DD4F3A8B}"/>
              </a:ext>
            </a:extLst>
          </p:cNvPr>
          <p:cNvCxnSpPr>
            <a:cxnSpLocks/>
          </p:cNvCxnSpPr>
          <p:nvPr/>
        </p:nvCxnSpPr>
        <p:spPr>
          <a:xfrm>
            <a:off x="4551650" y="5999018"/>
            <a:ext cx="0" cy="2938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14170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92696"/>
            <a:ext cx="8229600" cy="844702"/>
          </a:xfrm>
        </p:spPr>
        <p:txBody>
          <a:bodyPr/>
          <a:lstStyle/>
          <a:p>
            <a:r>
              <a:rPr lang="en-GB"/>
              <a:t>Possible yellow flags to consider</a:t>
            </a:r>
          </a:p>
        </p:txBody>
      </p:sp>
      <p:sp>
        <p:nvSpPr>
          <p:cNvPr id="3" name="Content Placeholder 2"/>
          <p:cNvSpPr>
            <a:spLocks noGrp="1"/>
          </p:cNvSpPr>
          <p:nvPr>
            <p:ph idx="1"/>
          </p:nvPr>
        </p:nvSpPr>
        <p:spPr>
          <a:xfrm>
            <a:off x="467544" y="2276872"/>
            <a:ext cx="4963992" cy="3888432"/>
          </a:xfrm>
        </p:spPr>
        <p:txBody>
          <a:bodyPr>
            <a:normAutofit fontScale="85000" lnSpcReduction="20000"/>
          </a:bodyPr>
          <a:lstStyle/>
          <a:p>
            <a:r>
              <a:rPr lang="en-GB" dirty="0"/>
              <a:t>Anxiety</a:t>
            </a:r>
          </a:p>
          <a:p>
            <a:r>
              <a:rPr lang="en-GB" dirty="0"/>
              <a:t>Depression</a:t>
            </a:r>
          </a:p>
          <a:p>
            <a:r>
              <a:rPr lang="en-GB" dirty="0"/>
              <a:t>Fear avoidance</a:t>
            </a:r>
          </a:p>
          <a:p>
            <a:r>
              <a:rPr lang="en-GB" dirty="0"/>
              <a:t>Catastrophising</a:t>
            </a:r>
          </a:p>
          <a:p>
            <a:pPr marL="0" indent="0">
              <a:buNone/>
            </a:pPr>
            <a:r>
              <a:rPr lang="en-GB" dirty="0">
                <a:solidFill>
                  <a:srgbClr val="FF0000"/>
                </a:solidFill>
              </a:rPr>
              <a:t>TASK: What do you understand by these yellow flags?</a:t>
            </a:r>
          </a:p>
        </p:txBody>
      </p:sp>
      <p:pic>
        <p:nvPicPr>
          <p:cNvPr id="92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483" y="2559732"/>
            <a:ext cx="2857500" cy="2495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076809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NICE Management Guidelines</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997" y="1973810"/>
            <a:ext cx="8136904" cy="4884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peech Bubble: Oval 2">
            <a:extLst>
              <a:ext uri="{FF2B5EF4-FFF2-40B4-BE49-F238E27FC236}">
                <a16:creationId xmlns:a16="http://schemas.microsoft.com/office/drawing/2014/main" id="{8FE3ADC0-568A-B9E1-A1C3-62B6A674D35D}"/>
              </a:ext>
            </a:extLst>
          </p:cNvPr>
          <p:cNvSpPr/>
          <p:nvPr/>
        </p:nvSpPr>
        <p:spPr>
          <a:xfrm>
            <a:off x="155448" y="1316736"/>
            <a:ext cx="4773168" cy="2231136"/>
          </a:xfrm>
          <a:prstGeom prst="wedgeEllipseCallout">
            <a:avLst>
              <a:gd name="adj1" fmla="val -46833"/>
              <a:gd name="adj2" fmla="val 83396"/>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400" dirty="0"/>
              <a:t>Note –</a:t>
            </a:r>
          </a:p>
          <a:p>
            <a:pPr algn="ctr"/>
            <a:r>
              <a:rPr lang="en-GB" sz="2400" b="1" dirty="0">
                <a:solidFill>
                  <a:srgbClr val="FFFF00"/>
                </a:solidFill>
              </a:rPr>
              <a:t>Exercise prescription </a:t>
            </a:r>
            <a:r>
              <a:rPr lang="en-GB" sz="2400" dirty="0"/>
              <a:t>is at the core/focus of treatment/management of OA.</a:t>
            </a:r>
          </a:p>
        </p:txBody>
      </p:sp>
    </p:spTree>
    <p:extLst>
      <p:ext uri="{BB962C8B-B14F-4D97-AF65-F5344CB8AC3E}">
        <p14:creationId xmlns:p14="http://schemas.microsoft.com/office/powerpoint/2010/main" val="1971787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Exercise Benefits for OA</a:t>
            </a:r>
          </a:p>
        </p:txBody>
      </p:sp>
      <p:graphicFrame>
        <p:nvGraphicFramePr>
          <p:cNvPr id="4" name="Diagram 3"/>
          <p:cNvGraphicFramePr/>
          <p:nvPr>
            <p:extLst>
              <p:ext uri="{D42A27DB-BD31-4B8C-83A1-F6EECF244321}">
                <p14:modId xmlns:p14="http://schemas.microsoft.com/office/powerpoint/2010/main" val="2402137489"/>
              </p:ext>
            </p:extLst>
          </p:nvPr>
        </p:nvGraphicFramePr>
        <p:xfrm>
          <a:off x="644001" y="2088745"/>
          <a:ext cx="7957387" cy="46436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961385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2A9B18F-1C37-B084-2629-45EB1DB62849}"/>
              </a:ext>
            </a:extLst>
          </p:cNvPr>
          <p:cNvPicPr>
            <a:picLocks noGrp="1" noChangeAspect="1"/>
          </p:cNvPicPr>
          <p:nvPr>
            <p:ph type="pic" sz="quarter" idx="13"/>
          </p:nvPr>
        </p:nvPicPr>
        <p:blipFill>
          <a:blip r:embed="rId2"/>
          <a:stretch/>
        </p:blipFill>
        <p:spPr>
          <a:xfrm>
            <a:off x="370867" y="566833"/>
            <a:ext cx="4984768" cy="5724334"/>
          </a:xfrm>
          <a:prstGeom prst="rect">
            <a:avLst/>
          </a:prstGeom>
          <a:noFill/>
        </p:spPr>
      </p:pic>
      <p:sp>
        <p:nvSpPr>
          <p:cNvPr id="6" name="TextBox 5">
            <a:extLst>
              <a:ext uri="{FF2B5EF4-FFF2-40B4-BE49-F238E27FC236}">
                <a16:creationId xmlns:a16="http://schemas.microsoft.com/office/drawing/2014/main" id="{217BBBB4-13FF-161C-7BA4-47C75BE9E9A5}"/>
              </a:ext>
            </a:extLst>
          </p:cNvPr>
          <p:cNvSpPr txBox="1"/>
          <p:nvPr/>
        </p:nvSpPr>
        <p:spPr>
          <a:xfrm>
            <a:off x="5779008" y="1105891"/>
            <a:ext cx="3118104" cy="4863126"/>
          </a:xfrm>
          <a:prstGeom prst="rect">
            <a:avLst/>
          </a:prstGeom>
          <a:noFill/>
        </p:spPr>
        <p:txBody>
          <a:bodyPr wrap="square">
            <a:spAutoFit/>
          </a:bodyPr>
          <a:lstStyle/>
          <a:p>
            <a:pPr marL="0" marR="0" lvl="0" indent="0" algn="l" defTabSz="606410" rtl="0" eaLnBrk="0" fontAlgn="base" latinLnBrk="0" hangingPunct="0">
              <a:lnSpc>
                <a:spcPts val="2500"/>
              </a:lnSpc>
              <a:spcBef>
                <a:spcPct val="20000"/>
              </a:spcBef>
              <a:spcAft>
                <a:spcPct val="0"/>
              </a:spcAft>
              <a:buClrTx/>
              <a:buSzTx/>
              <a:buFontTx/>
              <a:buNone/>
              <a:tabLst/>
              <a:defRPr/>
            </a:pPr>
            <a:r>
              <a:rPr kumimoji="0" lang="en-GB" sz="2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As previously  mentioned, </a:t>
            </a:r>
            <a:r>
              <a:rPr lang="en-GB" sz="2000" dirty="0">
                <a:latin typeface="Calibri" panose="020F0502020204030204" pitchFamily="34" charset="0"/>
                <a:ea typeface="Calibri" panose="020F0502020204030204" pitchFamily="34" charset="0"/>
                <a:cs typeface="Calibri" panose="020F0502020204030204" pitchFamily="34" charset="0"/>
              </a:rPr>
              <a:t>e</a:t>
            </a:r>
            <a:r>
              <a:rPr kumimoji="0" lang="en-GB" sz="2000" b="0" i="0" u="none" strike="noStrike" kern="1200" cap="none" spc="0" normalizeH="0" baseline="0" noProof="0" dirty="0" err="1">
                <a:ln>
                  <a:noFill/>
                </a:ln>
                <a:effectLst/>
                <a:uLnTx/>
                <a:uFillTx/>
                <a:latin typeface="Calibri" panose="020F0502020204030204" pitchFamily="34" charset="0"/>
                <a:ea typeface="Calibri" panose="020F0502020204030204" pitchFamily="34" charset="0"/>
                <a:cs typeface="Calibri" panose="020F0502020204030204" pitchFamily="34" charset="0"/>
              </a:rPr>
              <a:t>xercise</a:t>
            </a:r>
            <a:r>
              <a:rPr kumimoji="0" lang="en-GB" sz="2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programmes are varied(NOT just traditional PARS/ERS).</a:t>
            </a:r>
          </a:p>
          <a:p>
            <a:pPr marL="0" marR="0" lvl="0" indent="0" algn="l" defTabSz="606410" rtl="0" eaLnBrk="0" fontAlgn="base" latinLnBrk="0" hangingPunct="0">
              <a:lnSpc>
                <a:spcPts val="2500"/>
              </a:lnSpc>
              <a:spcBef>
                <a:spcPct val="20000"/>
              </a:spcBef>
              <a:spcAft>
                <a:spcPct val="0"/>
              </a:spcAft>
              <a:buClrTx/>
              <a:buSzTx/>
              <a:buFontTx/>
              <a:buNone/>
              <a:tabLst/>
              <a:defRPr/>
            </a:pPr>
            <a:endParaRPr kumimoji="0" lang="en-GB" sz="2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606410" rtl="0" eaLnBrk="0" fontAlgn="base" latinLnBrk="0" hangingPunct="0">
              <a:lnSpc>
                <a:spcPts val="2500"/>
              </a:lnSpc>
              <a:spcBef>
                <a:spcPct val="20000"/>
              </a:spcBef>
              <a:spcAft>
                <a:spcPct val="0"/>
              </a:spcAft>
              <a:buClrTx/>
              <a:buSzTx/>
              <a:buFontTx/>
              <a:buNone/>
              <a:tabLst/>
              <a:defRPr/>
            </a:pPr>
            <a:r>
              <a:rPr lang="en-GB" sz="2000" dirty="0">
                <a:latin typeface="Calibri" panose="020F0502020204030204" pitchFamily="34" charset="0"/>
                <a:ea typeface="Calibri" panose="020F0502020204030204" pitchFamily="34" charset="0"/>
                <a:cs typeface="Calibri" panose="020F0502020204030204" pitchFamily="34" charset="0"/>
              </a:rPr>
              <a:t>ESCAPE pain is an evidenced based exercise programme.</a:t>
            </a:r>
          </a:p>
          <a:p>
            <a:pPr marL="0" marR="0" lvl="0" indent="0" algn="l" defTabSz="606410" rtl="0" eaLnBrk="0" fontAlgn="base" latinLnBrk="0" hangingPunct="0">
              <a:lnSpc>
                <a:spcPts val="2500"/>
              </a:lnSpc>
              <a:spcBef>
                <a:spcPct val="20000"/>
              </a:spcBef>
              <a:spcAft>
                <a:spcPct val="0"/>
              </a:spcAft>
              <a:buClrTx/>
              <a:buSzTx/>
              <a:buFontTx/>
              <a:buNone/>
              <a:tabLst/>
              <a:defRPr/>
            </a:pPr>
            <a:endParaRPr lang="en-GB" sz="20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606410" rtl="0" eaLnBrk="0" fontAlgn="base" latinLnBrk="0" hangingPunct="0">
              <a:lnSpc>
                <a:spcPts val="2500"/>
              </a:lnSpc>
              <a:spcBef>
                <a:spcPct val="20000"/>
              </a:spcBef>
              <a:spcAft>
                <a:spcPct val="0"/>
              </a:spcAft>
              <a:buClrTx/>
              <a:buSzTx/>
              <a:buFontTx/>
              <a:buNone/>
              <a:tabLst/>
              <a:defRPr/>
            </a:pPr>
            <a:r>
              <a:rPr kumimoji="0" lang="en-GB" sz="2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We will discuss ESCAPE pain   further in the planning of exercise programmes sessions for special populations. </a:t>
            </a:r>
          </a:p>
          <a:p>
            <a:pPr marL="0" marR="0" lvl="0" indent="0" algn="l" defTabSz="606410" rtl="0" eaLnBrk="0" fontAlgn="base" latinLnBrk="0" hangingPunct="0">
              <a:lnSpc>
                <a:spcPts val="2500"/>
              </a:lnSpc>
              <a:spcBef>
                <a:spcPct val="20000"/>
              </a:spcBef>
              <a:spcAft>
                <a:spcPct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37003443"/>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95000"/>
            </a:schemeClr>
          </a:solidFill>
        </p:spPr>
        <p:txBody>
          <a:bodyPr>
            <a:normAutofit fontScale="90000"/>
          </a:bodyPr>
          <a:lstStyle/>
          <a:p>
            <a:r>
              <a:rPr lang="en-GB"/>
              <a:t>Not just exercise......</a:t>
            </a:r>
            <a:br>
              <a:rPr lang="en-GB"/>
            </a:br>
            <a:r>
              <a:rPr lang="en-GB"/>
              <a:t>Self-management education</a:t>
            </a:r>
          </a:p>
        </p:txBody>
      </p:sp>
      <p:sp>
        <p:nvSpPr>
          <p:cNvPr id="3" name="Content Placeholder 2"/>
          <p:cNvSpPr>
            <a:spLocks noGrp="1"/>
          </p:cNvSpPr>
          <p:nvPr>
            <p:ph idx="1"/>
          </p:nvPr>
        </p:nvSpPr>
        <p:spPr>
          <a:xfrm>
            <a:off x="628650" y="2050472"/>
            <a:ext cx="8229600" cy="4442403"/>
          </a:xfrm>
        </p:spPr>
        <p:txBody>
          <a:bodyPr>
            <a:noAutofit/>
          </a:bodyPr>
          <a:lstStyle/>
          <a:p>
            <a:r>
              <a:rPr lang="en-GB" sz="3200"/>
              <a:t>Realistic goal setting</a:t>
            </a:r>
          </a:p>
          <a:p>
            <a:r>
              <a:rPr lang="en-GB" sz="3200"/>
              <a:t>Benefits of exercise</a:t>
            </a:r>
          </a:p>
          <a:p>
            <a:r>
              <a:rPr lang="en-GB" sz="3200"/>
              <a:t>Managing flare ups</a:t>
            </a:r>
          </a:p>
          <a:p>
            <a:r>
              <a:rPr lang="en-GB" sz="3200"/>
              <a:t>Pacing activities</a:t>
            </a:r>
          </a:p>
          <a:p>
            <a:r>
              <a:rPr lang="en-GB" sz="3200"/>
              <a:t>Ice and heat at home</a:t>
            </a:r>
          </a:p>
          <a:p>
            <a:r>
              <a:rPr lang="en-GB" sz="3200"/>
              <a:t>Exercise in the long term</a:t>
            </a:r>
          </a:p>
          <a:p>
            <a:r>
              <a:rPr lang="en-GB" sz="3200"/>
              <a:t>Healthy diet</a:t>
            </a:r>
          </a:p>
        </p:txBody>
      </p:sp>
    </p:spTree>
    <p:extLst>
      <p:ext uri="{BB962C8B-B14F-4D97-AF65-F5344CB8AC3E}">
        <p14:creationId xmlns:p14="http://schemas.microsoft.com/office/powerpoint/2010/main" val="26187698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87588"/>
            <a:ext cx="8229600" cy="994122"/>
          </a:xfrm>
        </p:spPr>
        <p:txBody>
          <a:bodyPr/>
          <a:lstStyle/>
          <a:p>
            <a:r>
              <a:rPr lang="en-GB"/>
              <a:t>Summary</a:t>
            </a:r>
          </a:p>
        </p:txBody>
      </p:sp>
      <p:sp>
        <p:nvSpPr>
          <p:cNvPr id="3" name="Content Placeholder 2"/>
          <p:cNvSpPr>
            <a:spLocks noGrp="1"/>
          </p:cNvSpPr>
          <p:nvPr>
            <p:ph idx="1"/>
          </p:nvPr>
        </p:nvSpPr>
        <p:spPr/>
        <p:txBody>
          <a:bodyPr>
            <a:normAutofit fontScale="92500" lnSpcReduction="10000"/>
          </a:bodyPr>
          <a:lstStyle/>
          <a:p>
            <a:r>
              <a:rPr lang="en-GB"/>
              <a:t>Osteoarthritis is an active clinical syndrome of the joint unit</a:t>
            </a:r>
          </a:p>
          <a:p>
            <a:r>
              <a:rPr lang="en-GB"/>
              <a:t>Biomedical and psychosocial presentation</a:t>
            </a:r>
          </a:p>
          <a:p>
            <a:r>
              <a:rPr lang="en-GB"/>
              <a:t>Exercise and self-management education are core management strategies</a:t>
            </a:r>
          </a:p>
        </p:txBody>
      </p:sp>
    </p:spTree>
    <p:extLst>
      <p:ext uri="{BB962C8B-B14F-4D97-AF65-F5344CB8AC3E}">
        <p14:creationId xmlns:p14="http://schemas.microsoft.com/office/powerpoint/2010/main" val="34648867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3434" y="685800"/>
            <a:ext cx="7280031" cy="644236"/>
          </a:xfrm>
          <a:solidFill>
            <a:schemeClr val="bg1">
              <a:lumMod val="95000"/>
            </a:schemeClr>
          </a:solidFill>
        </p:spPr>
        <p:txBody>
          <a:bodyPr>
            <a:normAutofit fontScale="90000"/>
          </a:bodyPr>
          <a:lstStyle/>
          <a:p>
            <a:r>
              <a:rPr lang="en-US"/>
              <a:t>Useful Resources</a:t>
            </a:r>
          </a:p>
        </p:txBody>
      </p:sp>
      <p:sp>
        <p:nvSpPr>
          <p:cNvPr id="3" name="Content Placeholder 2"/>
          <p:cNvSpPr>
            <a:spLocks noGrp="1"/>
          </p:cNvSpPr>
          <p:nvPr>
            <p:ph idx="1"/>
          </p:nvPr>
        </p:nvSpPr>
        <p:spPr>
          <a:xfrm>
            <a:off x="628650" y="1543050"/>
            <a:ext cx="8229600" cy="5314950"/>
          </a:xfrm>
        </p:spPr>
        <p:txBody>
          <a:bodyPr>
            <a:normAutofit fontScale="25000" lnSpcReduction="20000"/>
          </a:bodyPr>
          <a:lstStyle/>
          <a:p>
            <a:pPr marL="0" indent="0">
              <a:buNone/>
            </a:pPr>
            <a:endParaRPr lang="en-GB" sz="7200"/>
          </a:p>
          <a:p>
            <a:pPr marL="0" indent="0">
              <a:buNone/>
            </a:pPr>
            <a:endParaRPr lang="en-GB" sz="7200"/>
          </a:p>
          <a:p>
            <a:r>
              <a:rPr lang="en-GB" sz="7200">
                <a:hlinkClick r:id="rId3"/>
              </a:rPr>
              <a:t>https://bnssg.sdmcharts.co.uk/conditions/hip-osteoarthritis</a:t>
            </a:r>
            <a:endParaRPr lang="en-GB" sz="7200"/>
          </a:p>
          <a:p>
            <a:pPr marL="0" indent="0">
              <a:buNone/>
            </a:pPr>
            <a:endParaRPr lang="en-GB" sz="7200"/>
          </a:p>
          <a:p>
            <a:r>
              <a:rPr lang="en-GB" sz="7200">
                <a:hlinkClick r:id="rId4"/>
              </a:rPr>
              <a:t>https://www.nhs.uk/conditions/arthritis/</a:t>
            </a:r>
            <a:endParaRPr lang="en-GB" sz="7200"/>
          </a:p>
          <a:p>
            <a:endParaRPr lang="en-GB" sz="7200"/>
          </a:p>
          <a:p>
            <a:r>
              <a:rPr lang="en-GB" sz="7200">
                <a:hlinkClick r:id="rId5"/>
              </a:rPr>
              <a:t>https://www.versusarthritis.org/about-arthritis/</a:t>
            </a:r>
            <a:endParaRPr lang="en-GB" sz="7200"/>
          </a:p>
          <a:p>
            <a:endParaRPr lang="en-GB" sz="7200"/>
          </a:p>
          <a:p>
            <a:pPr marL="0" indent="0">
              <a:buNone/>
            </a:pPr>
            <a:endParaRPr lang="en-GB" sz="7200" b="1"/>
          </a:p>
          <a:p>
            <a:pPr marL="0" indent="0" algn="ctr">
              <a:buNone/>
            </a:pPr>
            <a:endParaRPr lang="en-GB" sz="7200" b="1"/>
          </a:p>
          <a:p>
            <a:pPr marL="0" indent="0" algn="ctr">
              <a:buNone/>
            </a:pPr>
            <a:endParaRPr lang="en-GB" sz="7200" b="1"/>
          </a:p>
          <a:p>
            <a:r>
              <a:rPr lang="en-GB" sz="7200"/>
              <a:t>National Institute of Health and Clinical Effectiveness. Osteoarthritis: Care and Management in Adults. NICE February 2022 </a:t>
            </a:r>
          </a:p>
          <a:p>
            <a:pPr marL="0" indent="0">
              <a:buNone/>
            </a:pPr>
            <a:endParaRPr lang="en-GB" sz="7200"/>
          </a:p>
          <a:p>
            <a:r>
              <a:rPr lang="en-GB" sz="7200" err="1"/>
              <a:t>Fransen</a:t>
            </a:r>
            <a:r>
              <a:rPr lang="en-GB" sz="7200"/>
              <a:t> M, McConnell S, Harmer AR, Van der </a:t>
            </a:r>
            <a:r>
              <a:rPr lang="en-GB" sz="7200" err="1"/>
              <a:t>Esch</a:t>
            </a:r>
            <a:r>
              <a:rPr lang="en-GB" sz="7200"/>
              <a:t> M, </a:t>
            </a:r>
            <a:r>
              <a:rPr lang="en-GB" sz="7200" err="1"/>
              <a:t>Simic</a:t>
            </a:r>
            <a:r>
              <a:rPr lang="en-GB" sz="7200"/>
              <a:t> M, </a:t>
            </a:r>
            <a:r>
              <a:rPr lang="en-GB" sz="7200" err="1"/>
              <a:t>Bennell</a:t>
            </a:r>
            <a:r>
              <a:rPr lang="en-GB" sz="7200"/>
              <a:t> KL. Exercise for osteoarthritis of the knee. Cochrane Database of Systematic Reviews 2015, Issue 1. </a:t>
            </a:r>
          </a:p>
        </p:txBody>
      </p:sp>
    </p:spTree>
    <p:extLst>
      <p:ext uri="{BB962C8B-B14F-4D97-AF65-F5344CB8AC3E}">
        <p14:creationId xmlns:p14="http://schemas.microsoft.com/office/powerpoint/2010/main" val="14848812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F760F-30F9-2497-1593-66B068EA7D0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2CAE304-93B9-1C5D-825E-D835F0EB98C9}"/>
              </a:ext>
            </a:extLst>
          </p:cNvPr>
          <p:cNvSpPr>
            <a:spLocks noGrp="1"/>
          </p:cNvSpPr>
          <p:nvPr>
            <p:ph type="body" sz="quarter" idx="10"/>
          </p:nvPr>
        </p:nvSpPr>
        <p:spPr/>
        <p:txBody>
          <a:bodyPr/>
          <a:lstStyle/>
          <a:p>
            <a:r>
              <a:rPr lang="en-GB" dirty="0"/>
              <a:t>Group Activity</a:t>
            </a:r>
            <a:endParaRPr lang="en-US" dirty="0"/>
          </a:p>
        </p:txBody>
      </p:sp>
      <p:pic>
        <p:nvPicPr>
          <p:cNvPr id="5" name="Picture 4">
            <a:extLst>
              <a:ext uri="{FF2B5EF4-FFF2-40B4-BE49-F238E27FC236}">
                <a16:creationId xmlns:a16="http://schemas.microsoft.com/office/drawing/2014/main" id="{B254A50C-FE20-388C-5484-1721C117C6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8207" y="2125612"/>
            <a:ext cx="3883416" cy="3402378"/>
          </a:xfrm>
          <a:prstGeom prst="rect">
            <a:avLst/>
          </a:prstGeom>
        </p:spPr>
      </p:pic>
      <p:sp>
        <p:nvSpPr>
          <p:cNvPr id="7" name="Text Placeholder 3">
            <a:extLst>
              <a:ext uri="{FF2B5EF4-FFF2-40B4-BE49-F238E27FC236}">
                <a16:creationId xmlns:a16="http://schemas.microsoft.com/office/drawing/2014/main" id="{CE106A57-5495-D6AA-A36A-54E4A9F1FC04}"/>
              </a:ext>
            </a:extLst>
          </p:cNvPr>
          <p:cNvSpPr txBox="1">
            <a:spLocks noGrp="1"/>
          </p:cNvSpPr>
          <p:nvPr>
            <p:ph type="body" sz="quarter" idx="11"/>
          </p:nvPr>
        </p:nvSpPr>
        <p:spPr>
          <a:xfrm>
            <a:off x="212376" y="1536192"/>
            <a:ext cx="4761959" cy="5001768"/>
          </a:xfrm>
          <a:prstGeom prst="rect">
            <a:avLst/>
          </a:prstGeom>
        </p:spPr>
        <p:txBody>
          <a:bodyPr vert="horz" lIns="0" tIns="0" rIns="0" bIns="0" numCol="1" spcCol="216000" rtlCol="0">
            <a:normAutofit/>
          </a:bodyPr>
          <a:lstStyle>
            <a:lvl1pPr marL="0" marR="0" indent="0" algn="l" defTabSz="606410" rtl="0" eaLnBrk="1" fontAlgn="base" latinLnBrk="0" hangingPunct="1">
              <a:lnSpc>
                <a:spcPts val="2000"/>
              </a:lnSpc>
              <a:spcBef>
                <a:spcPts val="0"/>
              </a:spcBef>
              <a:spcAft>
                <a:spcPct val="0"/>
              </a:spcAft>
              <a:buClrTx/>
              <a:buSzTx/>
              <a:buFontTx/>
              <a:buNone/>
              <a:tabLst/>
              <a:defRPr sz="1400" b="0" i="0"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987401" indent="-377816" algn="l" defTabSz="606410" rtl="0" eaLnBrk="0" fontAlgn="base" hangingPunct="0">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787" indent="-301618" algn="l" defTabSz="60641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372"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39957"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464" indent="-304768" algn="l" defTabSz="609539" rtl="0" eaLnBrk="1" latinLnBrk="0" hangingPunct="1">
              <a:spcBef>
                <a:spcPct val="20000"/>
              </a:spcBef>
              <a:buFont typeface="Arial"/>
              <a:buChar char="•"/>
              <a:defRPr sz="2667" kern="1200">
                <a:solidFill>
                  <a:schemeClr val="tx1"/>
                </a:solidFill>
                <a:latin typeface="+mn-lt"/>
                <a:ea typeface="+mn-ea"/>
                <a:cs typeface="+mn-cs"/>
              </a:defRPr>
            </a:lvl6pPr>
            <a:lvl7pPr marL="3962005" indent="-304768" algn="l" defTabSz="609539" rtl="0" eaLnBrk="1" latinLnBrk="0" hangingPunct="1">
              <a:spcBef>
                <a:spcPct val="20000"/>
              </a:spcBef>
              <a:buFont typeface="Arial"/>
              <a:buChar char="•"/>
              <a:defRPr sz="2667" kern="1200">
                <a:solidFill>
                  <a:schemeClr val="tx1"/>
                </a:solidFill>
                <a:latin typeface="+mn-lt"/>
                <a:ea typeface="+mn-ea"/>
                <a:cs typeface="+mn-cs"/>
              </a:defRPr>
            </a:lvl7pPr>
            <a:lvl8pPr marL="4571544" indent="-304768" algn="l" defTabSz="609539" rtl="0" eaLnBrk="1" latinLnBrk="0" hangingPunct="1">
              <a:spcBef>
                <a:spcPct val="20000"/>
              </a:spcBef>
              <a:buFont typeface="Arial"/>
              <a:buChar char="•"/>
              <a:defRPr sz="2667" kern="1200">
                <a:solidFill>
                  <a:schemeClr val="tx1"/>
                </a:solidFill>
                <a:latin typeface="+mn-lt"/>
                <a:ea typeface="+mn-ea"/>
                <a:cs typeface="+mn-cs"/>
              </a:defRPr>
            </a:lvl8pPr>
            <a:lvl9pPr marL="5181082" indent="-304768" algn="l" defTabSz="609539" rtl="0" eaLnBrk="1" latinLnBrk="0" hangingPunct="1">
              <a:spcBef>
                <a:spcPct val="20000"/>
              </a:spcBef>
              <a:buFont typeface="Arial"/>
              <a:buChar char="•"/>
              <a:defRPr sz="2667" kern="1200">
                <a:solidFill>
                  <a:schemeClr val="tx1"/>
                </a:solidFill>
                <a:latin typeface="+mn-lt"/>
                <a:ea typeface="+mn-ea"/>
                <a:cs typeface="+mn-cs"/>
              </a:defRPr>
            </a:lvl9pPr>
          </a:lstStyle>
          <a:p>
            <a:pPr>
              <a:lnSpc>
                <a:spcPts val="3400"/>
              </a:lnSpc>
            </a:pPr>
            <a:r>
              <a:rPr lang="en-GB" sz="2800" b="1" dirty="0">
                <a:solidFill>
                  <a:schemeClr val="accent5"/>
                </a:solidFill>
              </a:rPr>
              <a:t>Any takeaways from this session?</a:t>
            </a:r>
          </a:p>
          <a:p>
            <a:pPr>
              <a:lnSpc>
                <a:spcPts val="3400"/>
              </a:lnSpc>
            </a:pPr>
            <a:r>
              <a:rPr lang="en-GB" sz="2800" b="1" dirty="0">
                <a:solidFill>
                  <a:schemeClr val="accent5"/>
                </a:solidFill>
              </a:rPr>
              <a:t>Has it helped you in your understanding of OA/RA?</a:t>
            </a:r>
          </a:p>
          <a:p>
            <a:pPr>
              <a:lnSpc>
                <a:spcPts val="3400"/>
              </a:lnSpc>
            </a:pPr>
            <a:endParaRPr lang="en-GB" sz="2400" b="1" dirty="0">
              <a:solidFill>
                <a:schemeClr val="accent5"/>
              </a:solidFill>
            </a:endParaRPr>
          </a:p>
          <a:p>
            <a:pPr>
              <a:lnSpc>
                <a:spcPts val="3400"/>
              </a:lnSpc>
            </a:pPr>
            <a:r>
              <a:rPr lang="en-GB" sz="2400" b="1" dirty="0">
                <a:solidFill>
                  <a:schemeClr val="accent5"/>
                </a:solidFill>
              </a:rPr>
              <a:t>Work in pairs, put ideas on a </a:t>
            </a:r>
            <a:r>
              <a:rPr lang="en-GB" sz="2400" b="1" dirty="0" err="1">
                <a:solidFill>
                  <a:schemeClr val="accent5"/>
                </a:solidFill>
              </a:rPr>
              <a:t>post-it</a:t>
            </a:r>
            <a:r>
              <a:rPr lang="en-GB" sz="2400" b="1" dirty="0">
                <a:solidFill>
                  <a:schemeClr val="accent5"/>
                </a:solidFill>
              </a:rPr>
              <a:t> or interactive board and then share with the group.</a:t>
            </a:r>
          </a:p>
          <a:p>
            <a:pPr>
              <a:lnSpc>
                <a:spcPts val="3400"/>
              </a:lnSpc>
            </a:pPr>
            <a:endParaRPr lang="en-GB" sz="2400" b="1" dirty="0">
              <a:solidFill>
                <a:schemeClr val="accent5"/>
              </a:solidFill>
            </a:endParaRPr>
          </a:p>
          <a:p>
            <a:endParaRPr lang="en-GB" sz="2400" b="1" dirty="0">
              <a:solidFill>
                <a:schemeClr val="accent5"/>
              </a:solidFill>
            </a:endParaRPr>
          </a:p>
          <a:p>
            <a:endParaRPr lang="en-US" sz="2400" b="1" dirty="0">
              <a:solidFill>
                <a:schemeClr val="accent5"/>
              </a:solidFill>
            </a:endParaRPr>
          </a:p>
        </p:txBody>
      </p:sp>
      <p:pic>
        <p:nvPicPr>
          <p:cNvPr id="6" name="Picture 5">
            <a:extLst>
              <a:ext uri="{FF2B5EF4-FFF2-40B4-BE49-F238E27FC236}">
                <a16:creationId xmlns:a16="http://schemas.microsoft.com/office/drawing/2014/main" id="{5D8CE798-2574-B9FA-F98B-AF993E507E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733" y="5228087"/>
            <a:ext cx="1482425" cy="1178982"/>
          </a:xfrm>
          <a:prstGeom prst="rect">
            <a:avLst/>
          </a:prstGeom>
        </p:spPr>
      </p:pic>
    </p:spTree>
    <p:extLst>
      <p:ext uri="{BB962C8B-B14F-4D97-AF65-F5344CB8AC3E}">
        <p14:creationId xmlns:p14="http://schemas.microsoft.com/office/powerpoint/2010/main" val="3141627440"/>
      </p:ext>
    </p:extLst>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08CBEDA-E3F7-B63B-9580-1698C0B4A66C}"/>
              </a:ext>
            </a:extLst>
          </p:cNvPr>
          <p:cNvSpPr>
            <a:spLocks noGrp="1"/>
          </p:cNvSpPr>
          <p:nvPr>
            <p:ph type="body" sz="quarter" idx="10"/>
          </p:nvPr>
        </p:nvSpPr>
        <p:spPr>
          <a:xfrm>
            <a:off x="851964" y="1172635"/>
            <a:ext cx="6668019" cy="488301"/>
          </a:xfrm>
        </p:spPr>
        <p:txBody>
          <a:bodyPr>
            <a:normAutofit fontScale="62500" lnSpcReduction="20000"/>
          </a:bodyPr>
          <a:lstStyle/>
          <a:p>
            <a:pPr algn="ctr"/>
            <a:r>
              <a:rPr lang="en-GB" b="1" dirty="0"/>
              <a:t>ANY QUESTIONS</a:t>
            </a:r>
          </a:p>
        </p:txBody>
      </p:sp>
      <p:pic>
        <p:nvPicPr>
          <p:cNvPr id="5" name="Picture 4">
            <a:extLst>
              <a:ext uri="{FF2B5EF4-FFF2-40B4-BE49-F238E27FC236}">
                <a16:creationId xmlns:a16="http://schemas.microsoft.com/office/drawing/2014/main" id="{1B0D4733-2516-8DBB-8A15-4904E3D2D39A}"/>
              </a:ext>
            </a:extLst>
          </p:cNvPr>
          <p:cNvPicPr>
            <a:picLocks noChangeAspect="1"/>
          </p:cNvPicPr>
          <p:nvPr/>
        </p:nvPicPr>
        <p:blipFill>
          <a:blip r:embed="rId2"/>
          <a:stretch>
            <a:fillRect/>
          </a:stretch>
        </p:blipFill>
        <p:spPr>
          <a:xfrm>
            <a:off x="1557339" y="1780118"/>
            <a:ext cx="5857874" cy="3905249"/>
          </a:xfrm>
          <a:prstGeom prst="rect">
            <a:avLst/>
          </a:prstGeom>
        </p:spPr>
      </p:pic>
    </p:spTree>
    <p:extLst>
      <p:ext uri="{BB962C8B-B14F-4D97-AF65-F5344CB8AC3E}">
        <p14:creationId xmlns:p14="http://schemas.microsoft.com/office/powerpoint/2010/main" val="1658863052"/>
      </p:ext>
    </p:extLst>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1912E-8F0C-5CEF-1F9A-05465C4AC8D4}"/>
              </a:ext>
            </a:extLst>
          </p:cNvPr>
          <p:cNvSpPr>
            <a:spLocks noGrp="1"/>
          </p:cNvSpPr>
          <p:nvPr>
            <p:ph type="title"/>
          </p:nvPr>
        </p:nvSpPr>
        <p:spPr/>
        <p:txBody>
          <a:bodyPr/>
          <a:lstStyle/>
          <a:p>
            <a:r>
              <a:rPr lang="en-GB" b="1" dirty="0">
                <a:solidFill>
                  <a:srgbClr val="0070C0"/>
                </a:solidFill>
              </a:rPr>
              <a:t>NEXT-PART TWO (Course 2)</a:t>
            </a:r>
          </a:p>
        </p:txBody>
      </p:sp>
      <p:sp>
        <p:nvSpPr>
          <p:cNvPr id="6" name="Content Placeholder 5">
            <a:extLst>
              <a:ext uri="{FF2B5EF4-FFF2-40B4-BE49-F238E27FC236}">
                <a16:creationId xmlns:a16="http://schemas.microsoft.com/office/drawing/2014/main" id="{5A933FB0-462C-5BAD-BDA0-E26051A81D73}"/>
              </a:ext>
            </a:extLst>
          </p:cNvPr>
          <p:cNvSpPr>
            <a:spLocks noGrp="1"/>
          </p:cNvSpPr>
          <p:nvPr>
            <p:ph idx="1"/>
          </p:nvPr>
        </p:nvSpPr>
        <p:spPr/>
        <p:txBody>
          <a:bodyPr/>
          <a:lstStyle/>
          <a:p>
            <a:pPr marL="0" indent="0">
              <a:buNone/>
            </a:pPr>
            <a:r>
              <a:rPr lang="en-GB" sz="4400" b="1" dirty="0">
                <a:solidFill>
                  <a:srgbClr val="0070C0"/>
                </a:solidFill>
                <a:latin typeface="Calibri" panose="020F0502020204030204" pitchFamily="34" charset="0"/>
                <a:ea typeface="Calibri" panose="020F0502020204030204" pitchFamily="34" charset="0"/>
                <a:cs typeface="Calibri" panose="020F0502020204030204" pitchFamily="34" charset="0"/>
              </a:rPr>
              <a:t>AIM:</a:t>
            </a:r>
          </a:p>
          <a:p>
            <a:pPr marL="0" indent="0">
              <a:buNone/>
            </a:pPr>
            <a:r>
              <a:rPr lang="en-GB" sz="4400" b="1" dirty="0">
                <a:solidFill>
                  <a:srgbClr val="0070C0"/>
                </a:solidFill>
                <a:latin typeface="Calibri" panose="020F0502020204030204" pitchFamily="34" charset="0"/>
                <a:ea typeface="Calibri" panose="020F0502020204030204" pitchFamily="34" charset="0"/>
                <a:cs typeface="Calibri" panose="020F0502020204030204" pitchFamily="34" charset="0"/>
              </a:rPr>
              <a:t>To apply the principles of planning and designing an exercise </a:t>
            </a:r>
            <a:r>
              <a:rPr lang="en-GB" sz="4400" b="1" dirty="0" err="1">
                <a:solidFill>
                  <a:srgbClr val="0070C0"/>
                </a:solidFill>
                <a:latin typeface="Calibri" panose="020F0502020204030204" pitchFamily="34" charset="0"/>
                <a:ea typeface="Calibri" panose="020F0502020204030204" pitchFamily="34" charset="0"/>
                <a:cs typeface="Calibri" panose="020F0502020204030204" pitchFamily="34" charset="0"/>
              </a:rPr>
              <a:t>progamme</a:t>
            </a:r>
            <a:r>
              <a:rPr lang="en-GB" sz="4400" b="1" dirty="0">
                <a:solidFill>
                  <a:srgbClr val="0070C0"/>
                </a:solidFill>
                <a:latin typeface="Calibri" panose="020F0502020204030204" pitchFamily="34" charset="0"/>
                <a:ea typeface="Calibri" panose="020F0502020204030204" pitchFamily="34" charset="0"/>
                <a:cs typeface="Calibri" panose="020F0502020204030204" pitchFamily="34" charset="0"/>
              </a:rPr>
              <a:t> for special  populations.</a:t>
            </a:r>
            <a:endParaRPr lang="en-GB" sz="4400" b="1" dirty="0">
              <a:solidFill>
                <a:srgbClr val="0070C0"/>
              </a:solidFill>
            </a:endParaRPr>
          </a:p>
          <a:p>
            <a:pPr marL="0" indent="0">
              <a:buNone/>
            </a:pPr>
            <a:endParaRPr lang="en-GB" dirty="0"/>
          </a:p>
        </p:txBody>
      </p:sp>
    </p:spTree>
    <p:extLst>
      <p:ext uri="{BB962C8B-B14F-4D97-AF65-F5344CB8AC3E}">
        <p14:creationId xmlns:p14="http://schemas.microsoft.com/office/powerpoint/2010/main" val="1800808551"/>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56E99604-B34A-AB45-82E2-A2F6C5EC15CC}" vid="{C3811B3D-AE0C-294C-BC2C-607328485A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9ab4ec6-6fe6-4933-908a-e7eb9c9b27ba" xsi:nil="true"/>
    <lcf76f155ced4ddcb4097134ff3c332f xmlns="83849199-408a-48f2-bb34-9e17909e8419">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926F2010ADE5843B7A9C62CAD890433" ma:contentTypeVersion="18" ma:contentTypeDescription="Create a new document." ma:contentTypeScope="" ma:versionID="85c323792c64842f265bf965847e27fc">
  <xsd:schema xmlns:xsd="http://www.w3.org/2001/XMLSchema" xmlns:xs="http://www.w3.org/2001/XMLSchema" xmlns:p="http://schemas.microsoft.com/office/2006/metadata/properties" xmlns:ns2="83849199-408a-48f2-bb34-9e17909e8419" xmlns:ns3="49ab4ec6-6fe6-4933-908a-e7eb9c9b27ba" targetNamespace="http://schemas.microsoft.com/office/2006/metadata/properties" ma:root="true" ma:fieldsID="0bb94ff7ca781b663f8b1815477462f6" ns2:_="" ns3:_="">
    <xsd:import namespace="83849199-408a-48f2-bb34-9e17909e8419"/>
    <xsd:import namespace="49ab4ec6-6fe6-4933-908a-e7eb9c9b27b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Locatio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bjectDetectorVersions" minOccurs="0"/>
                <xsd:element ref="ns2:MediaServiceOCR"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849199-408a-48f2-bb34-9e17909e84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Location" ma:index="15" nillable="true" ma:displayName="Location" ma:indexed="true"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a2edd95a-f8c2-4715-9b78-af595b67b1e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9ab4ec6-6fe6-4933-908a-e7eb9c9b27b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98bb201b-f26d-46e1-a05c-1b877ecdd058}" ma:internalName="TaxCatchAll" ma:showField="CatchAllData" ma:web="49ab4ec6-6fe6-4933-908a-e7eb9c9b27b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6D345E5-4C3A-4061-AB41-0ABFCD8B86F0}">
  <ds:schemaRefs>
    <ds:schemaRef ds:uri="http://schemas.microsoft.com/sharepoint/v3/contenttype/forms"/>
  </ds:schemaRefs>
</ds:datastoreItem>
</file>

<file path=customXml/itemProps2.xml><?xml version="1.0" encoding="utf-8"?>
<ds:datastoreItem xmlns:ds="http://schemas.openxmlformats.org/officeDocument/2006/customXml" ds:itemID="{851CF37B-2D48-4113-98FC-9EFF787F8240}">
  <ds:schemaRefs>
    <ds:schemaRef ds:uri="49ab4ec6-6fe6-4933-908a-e7eb9c9b27ba"/>
    <ds:schemaRef ds:uri="83849199-408a-48f2-bb34-9e17909e8419"/>
    <ds:schemaRef ds:uri="http://schemas.microsoft.com/office/2006/metadata/properties"/>
    <ds:schemaRef ds:uri="http://schemas.microsoft.com/office/infopath/2007/PartnerControls"/>
    <ds:schemaRef ds:uri="http://www.w3.org/2000/xmlns/"/>
    <ds:schemaRef ds:uri="http://www.w3.org/2001/XMLSchema-instance"/>
  </ds:schemaRefs>
</ds:datastoreItem>
</file>

<file path=customXml/itemProps3.xml><?xml version="1.0" encoding="utf-8"?>
<ds:datastoreItem xmlns:ds="http://schemas.openxmlformats.org/officeDocument/2006/customXml" ds:itemID="{F81ED760-BFDE-4685-95D8-99C72D4BFF0F}">
  <ds:schemaRefs>
    <ds:schemaRef ds:uri="49ab4ec6-6fe6-4933-908a-e7eb9c9b27ba"/>
    <ds:schemaRef ds:uri="83849199-408a-48f2-bb34-9e17909e841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Metadata/LabelInfo.xml><?xml version="1.0" encoding="utf-8"?>
<clbl:labelList xmlns:clbl="http://schemas.microsoft.com/office/2020/mipLabelMetadata">
  <clbl:label id="{0c7fd77c-bf1b-4511-8a0d-ca095442aa9f}" enabled="1" method="Privileged" siteId="{07ef1208-413c-4b5e-9cdd-64ef305754f0}" removed="0"/>
</clbl:labelList>
</file>

<file path=docProps/app.xml><?xml version="1.0" encoding="utf-8"?>
<Properties xmlns="http://schemas.openxmlformats.org/officeDocument/2006/extended-properties" xmlns:vt="http://schemas.openxmlformats.org/officeDocument/2006/docPropsVTypes">
  <Template>PPT template SKY with UWE logo top STANDARD</Template>
  <TotalTime>436</TotalTime>
  <Words>2199</Words>
  <Application>Microsoft Office PowerPoint</Application>
  <PresentationFormat>On-screen Show (4:3)</PresentationFormat>
  <Paragraphs>256</Paragraphs>
  <Slides>31</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Calibri</vt:lpstr>
      <vt:lpstr>Cambria</vt:lpstr>
      <vt:lpstr>Courier New</vt:lpstr>
      <vt:lpstr>Georgia</vt:lpstr>
      <vt:lpstr>MS PGothic</vt:lpstr>
      <vt:lpstr>Tahoma</vt:lpstr>
      <vt:lpstr>Custom Design</vt:lpstr>
      <vt:lpstr>PowerPoint Presentation</vt:lpstr>
      <vt:lpstr>PowerPoint Presentation</vt:lpstr>
      <vt:lpstr>PowerPoint Presentation</vt:lpstr>
      <vt:lpstr>PowerPoint Presentation</vt:lpstr>
      <vt:lpstr>PowerPoint Presentation</vt:lpstr>
      <vt:lpstr>PowerPoint Presentation</vt:lpstr>
      <vt:lpstr>Rheumatoid Arthritis (RA)</vt:lpstr>
      <vt:lpstr>RA</vt:lpstr>
      <vt:lpstr>PowerPoint Presentation</vt:lpstr>
      <vt:lpstr>PowerPoint Presentation</vt:lpstr>
      <vt:lpstr>Some management strategies to consider</vt:lpstr>
      <vt:lpstr> What is Osteoarthritis </vt:lpstr>
      <vt:lpstr>Wear – Flare – Repair</vt:lpstr>
      <vt:lpstr>Wear – Flare – Repair</vt:lpstr>
      <vt:lpstr>Pathological Changes – Early </vt:lpstr>
      <vt:lpstr>Pathological Changes – Progressive </vt:lpstr>
      <vt:lpstr>Radiographic Changes</vt:lpstr>
      <vt:lpstr>Aetiology</vt:lpstr>
      <vt:lpstr>Diagnostic Criteria</vt:lpstr>
      <vt:lpstr>Clinical Presentation</vt:lpstr>
      <vt:lpstr>Relationship of symptoms and signs in OA</vt:lpstr>
      <vt:lpstr>Possible yellow flags to consider</vt:lpstr>
      <vt:lpstr>NICE Management Guidelines</vt:lpstr>
      <vt:lpstr>Exercise Benefits for OA</vt:lpstr>
      <vt:lpstr>PowerPoint Presentation</vt:lpstr>
      <vt:lpstr>Not just exercise...... Self-management education</vt:lpstr>
      <vt:lpstr>Summary</vt:lpstr>
      <vt:lpstr>Useful Resources</vt:lpstr>
      <vt:lpstr>PowerPoint Presentation</vt:lpstr>
      <vt:lpstr>PowerPoint Presentation</vt:lpstr>
      <vt:lpstr>NEXT-PART TWO (Course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Exercise and Biomechanics</dc:title>
  <dc:creator>peter ellyatt</dc:creator>
  <cp:lastModifiedBy>Rob Grieve</cp:lastModifiedBy>
  <cp:revision>17</cp:revision>
  <cp:lastPrinted>2023-02-14T11:40:47Z</cp:lastPrinted>
  <dcterms:created xsi:type="dcterms:W3CDTF">2016-01-17T08:50:26Z</dcterms:created>
  <dcterms:modified xsi:type="dcterms:W3CDTF">2026-03-24T08:02:30Z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0x010100A926F2010ADE5843B7A9C62CAD890433</vt:lpwstr>
  </property>
  <property fmtid="{D5CDD505-2E9C-101B-9397-08002B2CF9AE}" pid="3" name="MediaServiceImageTags">
    <vt:lpwstr/>
  </property>
</Properties>
</file>