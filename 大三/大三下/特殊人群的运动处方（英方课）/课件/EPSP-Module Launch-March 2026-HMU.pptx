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19" r:id="rId4"/>
    <p:sldMasterId id="2147483978" r:id="rId5"/>
    <p:sldMasterId id="2147483982" r:id="rId6"/>
  </p:sldMasterIdLst>
  <p:notesMasterIdLst>
    <p:notesMasterId r:id="rId24"/>
  </p:notesMasterIdLst>
  <p:sldIdLst>
    <p:sldId id="256" r:id="rId7"/>
    <p:sldId id="601" r:id="rId8"/>
    <p:sldId id="276" r:id="rId9"/>
    <p:sldId id="602" r:id="rId10"/>
    <p:sldId id="267" r:id="rId11"/>
    <p:sldId id="608" r:id="rId12"/>
    <p:sldId id="268" r:id="rId13"/>
    <p:sldId id="592" r:id="rId14"/>
    <p:sldId id="609" r:id="rId15"/>
    <p:sldId id="610" r:id="rId16"/>
    <p:sldId id="277" r:id="rId17"/>
    <p:sldId id="586" r:id="rId18"/>
    <p:sldId id="308" r:id="rId19"/>
    <p:sldId id="310" r:id="rId20"/>
    <p:sldId id="291" r:id="rId21"/>
    <p:sldId id="611" r:id="rId22"/>
    <p:sldId id="612" r:id="rId23"/>
  </p:sldIdLst>
  <p:sldSz cx="9144000" cy="5143500" type="screen16x9"/>
  <p:notesSz cx="9144000" cy="6858000"/>
  <p:embeddedFontLst>
    <p:embeddedFont>
      <p:font typeface="Arial Rounded MT Bold" panose="020F0704030504030204" pitchFamily="34" charset="0"/>
      <p:regular r:id="rId25"/>
    </p:embeddedFont>
    <p:embeddedFont>
      <p:font typeface="Comic Sans MS" panose="030F0702030302020204" pitchFamily="66" charset="0"/>
      <p:regular r:id="rId26"/>
      <p:bold r:id="rId27"/>
      <p:italic r:id="rId28"/>
      <p:boldItalic r:id="rId29"/>
    </p:embeddedFont>
    <p:embeddedFont>
      <p:font typeface="Georgia" panose="02040502050405020303" pitchFamily="18" charset="0"/>
      <p:regular r:id="rId30"/>
      <p:bold r:id="rId31"/>
      <p:italic r:id="rId32"/>
      <p:boldItalic r:id="rId33"/>
    </p:embeddedFont>
    <p:embeddedFont>
      <p:font typeface="MS PGothic" panose="020B0600070205080204" pitchFamily="34" charset="-128"/>
      <p:regular r:id="rId34"/>
    </p:embeddedFont>
    <p:embeddedFont>
      <p:font typeface="Tahoma" panose="020B0604030504040204" pitchFamily="34" charset="0"/>
      <p:regular r:id="rId35"/>
      <p:bold r:id="rId36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orient="horz" pos="320" userDrawn="1">
          <p15:clr>
            <a:srgbClr val="A4A3A4"/>
          </p15:clr>
        </p15:guide>
        <p15:guide id="3" orient="horz" pos="737" userDrawn="1">
          <p15:clr>
            <a:srgbClr val="A4A3A4"/>
          </p15:clr>
        </p15:guide>
        <p15:guide id="4" orient="horz" pos="2879" userDrawn="1">
          <p15:clr>
            <a:srgbClr val="A4A3A4"/>
          </p15:clr>
        </p15:guide>
        <p15:guide id="5" pos="2880" userDrawn="1">
          <p15:clr>
            <a:srgbClr val="A4A3A4"/>
          </p15:clr>
        </p15:guide>
        <p15:guide id="6" pos="562" userDrawn="1">
          <p15:clr>
            <a:srgbClr val="A4A3A4"/>
          </p15:clr>
        </p15:guide>
        <p15:guide id="7" pos="5103" userDrawn="1">
          <p15:clr>
            <a:srgbClr val="A4A3A4"/>
          </p15:clr>
        </p15:guide>
        <p15:guide id="8" pos="2562" userDrawn="1">
          <p15:clr>
            <a:srgbClr val="A4A3A4"/>
          </p15:clr>
        </p15:guide>
        <p15:guide id="9" pos="26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AFF"/>
    <a:srgbClr val="F7FCFF"/>
    <a:srgbClr val="005C97"/>
    <a:srgbClr val="FFFF66"/>
    <a:srgbClr val="1A9DAC"/>
    <a:srgbClr val="16818D"/>
    <a:srgbClr val="598752"/>
    <a:srgbClr val="6DA463"/>
    <a:srgbClr val="A65C45"/>
    <a:srgbClr val="CC70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13BA87-9502-42AB-805D-BCDEED6775CD}" v="1" dt="2026-03-19T11:29:53.9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80" y="96"/>
      </p:cViewPr>
      <p:guideLst>
        <p:guide orient="horz" pos="1620"/>
        <p:guide orient="horz" pos="320"/>
        <p:guide orient="horz" pos="737"/>
        <p:guide orient="horz" pos="2879"/>
        <p:guide pos="2880"/>
        <p:guide pos="562"/>
        <p:guide pos="5103"/>
        <p:guide pos="2562"/>
        <p:guide pos="26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font" Target="fonts/font2.fntdata"/><Relationship Id="rId39" Type="http://schemas.openxmlformats.org/officeDocument/2006/relationships/theme" Target="theme/theme1.xml"/><Relationship Id="rId21" Type="http://schemas.openxmlformats.org/officeDocument/2006/relationships/slide" Target="slides/slide15.xml"/><Relationship Id="rId34" Type="http://schemas.openxmlformats.org/officeDocument/2006/relationships/font" Target="fonts/font10.fntdata"/><Relationship Id="rId42" Type="http://schemas.microsoft.com/office/2015/10/relationships/revisionInfo" Target="revisionInfo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font" Target="fonts/font5.fntdata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 Grieve" userId="b0f7fee3-167f-4f47-b69c-0e83d001e27f" providerId="ADAL" clId="{4D0B5073-DD86-4F67-84E5-806929CDE867}"/>
    <pc:docChg chg="undo custSel addSld delSld modSld sldOrd">
      <pc:chgData name="Rob Grieve" userId="b0f7fee3-167f-4f47-b69c-0e83d001e27f" providerId="ADAL" clId="{4D0B5073-DD86-4F67-84E5-806929CDE867}" dt="2026-03-19T11:29:53.925" v="1471" actId="14100"/>
      <pc:docMkLst>
        <pc:docMk/>
      </pc:docMkLst>
      <pc:sldChg chg="modSp mod">
        <pc:chgData name="Rob Grieve" userId="b0f7fee3-167f-4f47-b69c-0e83d001e27f" providerId="ADAL" clId="{4D0B5073-DD86-4F67-84E5-806929CDE867}" dt="2026-03-19T11:29:53.925" v="1471" actId="14100"/>
        <pc:sldMkLst>
          <pc:docMk/>
          <pc:sldMk cId="0" sldId="256"/>
        </pc:sldMkLst>
        <pc:spChg chg="mod">
          <ac:chgData name="Rob Grieve" userId="b0f7fee3-167f-4f47-b69c-0e83d001e27f" providerId="ADAL" clId="{4D0B5073-DD86-4F67-84E5-806929CDE867}" dt="2026-03-19T11:29:53.925" v="1471" actId="14100"/>
          <ac:spMkLst>
            <pc:docMk/>
            <pc:sldMk cId="0" sldId="256"/>
            <ac:spMk id="13313" creationId="{00000000-0000-0000-0000-000000000000}"/>
          </ac:spMkLst>
        </pc:spChg>
      </pc:sldChg>
      <pc:sldChg chg="modSp mod ord">
        <pc:chgData name="Rob Grieve" userId="b0f7fee3-167f-4f47-b69c-0e83d001e27f" providerId="ADAL" clId="{4D0B5073-DD86-4F67-84E5-806929CDE867}" dt="2026-02-25T16:37:14.763" v="150" actId="20578"/>
        <pc:sldMkLst>
          <pc:docMk/>
          <pc:sldMk cId="0" sldId="267"/>
        </pc:sldMkLst>
        <pc:spChg chg="mod">
          <ac:chgData name="Rob Grieve" userId="b0f7fee3-167f-4f47-b69c-0e83d001e27f" providerId="ADAL" clId="{4D0B5073-DD86-4F67-84E5-806929CDE867}" dt="2026-02-25T16:37:14.763" v="150" actId="20578"/>
          <ac:spMkLst>
            <pc:docMk/>
            <pc:sldMk cId="0" sldId="267"/>
            <ac:spMk id="4" creationId="{B1104DD2-9CFF-4037-7713-B43BB9A73038}"/>
          </ac:spMkLst>
        </pc:spChg>
        <pc:spChg chg="mod">
          <ac:chgData name="Rob Grieve" userId="b0f7fee3-167f-4f47-b69c-0e83d001e27f" providerId="ADAL" clId="{4D0B5073-DD86-4F67-84E5-806929CDE867}" dt="2026-02-25T16:34:28.970" v="134" actId="1076"/>
          <ac:spMkLst>
            <pc:docMk/>
            <pc:sldMk cId="0" sldId="267"/>
            <ac:spMk id="15361" creationId="{00000000-0000-0000-0000-000000000000}"/>
          </ac:spMkLst>
        </pc:spChg>
      </pc:sldChg>
      <pc:sldChg chg="addSp delSp modSp mod ord modAnim">
        <pc:chgData name="Rob Grieve" userId="b0f7fee3-167f-4f47-b69c-0e83d001e27f" providerId="ADAL" clId="{4D0B5073-DD86-4F67-84E5-806929CDE867}" dt="2026-02-25T16:49:06.857" v="522"/>
        <pc:sldMkLst>
          <pc:docMk/>
          <pc:sldMk cId="0" sldId="268"/>
        </pc:sldMkLst>
        <pc:spChg chg="add mod">
          <ac:chgData name="Rob Grieve" userId="b0f7fee3-167f-4f47-b69c-0e83d001e27f" providerId="ADAL" clId="{4D0B5073-DD86-4F67-84E5-806929CDE867}" dt="2026-02-25T16:45:54.382" v="390" actId="14100"/>
          <ac:spMkLst>
            <pc:docMk/>
            <pc:sldMk cId="0" sldId="268"/>
            <ac:spMk id="3" creationId="{3464F350-A6B3-8BEE-8838-121D71C4F1FC}"/>
          </ac:spMkLst>
        </pc:spChg>
        <pc:spChg chg="add mod">
          <ac:chgData name="Rob Grieve" userId="b0f7fee3-167f-4f47-b69c-0e83d001e27f" providerId="ADAL" clId="{4D0B5073-DD86-4F67-84E5-806929CDE867}" dt="2026-02-25T16:48:48.260" v="520" actId="14100"/>
          <ac:spMkLst>
            <pc:docMk/>
            <pc:sldMk cId="0" sldId="268"/>
            <ac:spMk id="4" creationId="{BA635316-21AA-9D3B-EFD1-9B72105F317C}"/>
          </ac:spMkLst>
        </pc:spChg>
        <pc:spChg chg="mod">
          <ac:chgData name="Rob Grieve" userId="b0f7fee3-167f-4f47-b69c-0e83d001e27f" providerId="ADAL" clId="{4D0B5073-DD86-4F67-84E5-806929CDE867}" dt="2026-02-25T16:40:18.913" v="265" actId="1076"/>
          <ac:spMkLst>
            <pc:docMk/>
            <pc:sldMk cId="0" sldId="268"/>
            <ac:spMk id="17410" creationId="{00000000-0000-0000-0000-000000000000}"/>
          </ac:spMkLst>
        </pc:spChg>
        <pc:picChg chg="mod">
          <ac:chgData name="Rob Grieve" userId="b0f7fee3-167f-4f47-b69c-0e83d001e27f" providerId="ADAL" clId="{4D0B5073-DD86-4F67-84E5-806929CDE867}" dt="2026-02-25T16:40:44.613" v="268" actId="1076"/>
          <ac:picMkLst>
            <pc:docMk/>
            <pc:sldMk cId="0" sldId="268"/>
            <ac:picMk id="2" creationId="{00000000-0000-0000-0000-000000000000}"/>
          </ac:picMkLst>
        </pc:picChg>
      </pc:sldChg>
      <pc:sldChg chg="modSp mod ord">
        <pc:chgData name="Rob Grieve" userId="b0f7fee3-167f-4f47-b69c-0e83d001e27f" providerId="ADAL" clId="{4D0B5073-DD86-4F67-84E5-806929CDE867}" dt="2026-02-25T16:33:47.150" v="126"/>
        <pc:sldMkLst>
          <pc:docMk/>
          <pc:sldMk cId="1250834541" sldId="276"/>
        </pc:sldMkLst>
        <pc:spChg chg="mod">
          <ac:chgData name="Rob Grieve" userId="b0f7fee3-167f-4f47-b69c-0e83d001e27f" providerId="ADAL" clId="{4D0B5073-DD86-4F67-84E5-806929CDE867}" dt="2026-02-24T08:04:01.788" v="4" actId="122"/>
          <ac:spMkLst>
            <pc:docMk/>
            <pc:sldMk cId="1250834541" sldId="276"/>
            <ac:spMk id="2" creationId="{00000000-0000-0000-0000-000000000000}"/>
          </ac:spMkLst>
        </pc:spChg>
      </pc:sldChg>
      <pc:sldChg chg="modSp mod">
        <pc:chgData name="Rob Grieve" userId="b0f7fee3-167f-4f47-b69c-0e83d001e27f" providerId="ADAL" clId="{4D0B5073-DD86-4F67-84E5-806929CDE867}" dt="2026-02-25T16:44:09.243" v="378" actId="1076"/>
        <pc:sldMkLst>
          <pc:docMk/>
          <pc:sldMk cId="1805115079" sldId="277"/>
        </pc:sldMkLst>
        <pc:spChg chg="mod">
          <ac:chgData name="Rob Grieve" userId="b0f7fee3-167f-4f47-b69c-0e83d001e27f" providerId="ADAL" clId="{4D0B5073-DD86-4F67-84E5-806929CDE867}" dt="2026-02-25T16:44:09.243" v="378" actId="1076"/>
          <ac:spMkLst>
            <pc:docMk/>
            <pc:sldMk cId="1805115079" sldId="277"/>
            <ac:spMk id="3" creationId="{00000000-0000-0000-0000-000000000000}"/>
          </ac:spMkLst>
        </pc:spChg>
        <pc:spChg chg="mod">
          <ac:chgData name="Rob Grieve" userId="b0f7fee3-167f-4f47-b69c-0e83d001e27f" providerId="ADAL" clId="{4D0B5073-DD86-4F67-84E5-806929CDE867}" dt="2026-02-24T08:19:24.365" v="74" actId="1076"/>
          <ac:spMkLst>
            <pc:docMk/>
            <pc:sldMk cId="1805115079" sldId="277"/>
            <ac:spMk id="4" creationId="{720AEFCF-830B-5DA8-0477-D4F6E4BF0032}"/>
          </ac:spMkLst>
        </pc:spChg>
        <pc:spChg chg="mod">
          <ac:chgData name="Rob Grieve" userId="b0f7fee3-167f-4f47-b69c-0e83d001e27f" providerId="ADAL" clId="{4D0B5073-DD86-4F67-84E5-806929CDE867}" dt="2026-02-24T08:19:21.308" v="73" actId="1076"/>
          <ac:spMkLst>
            <pc:docMk/>
            <pc:sldMk cId="1805115079" sldId="277"/>
            <ac:spMk id="6" creationId="{E3D5FC68-788F-D60C-7CC9-2000C5471614}"/>
          </ac:spMkLst>
        </pc:spChg>
        <pc:picChg chg="mod">
          <ac:chgData name="Rob Grieve" userId="b0f7fee3-167f-4f47-b69c-0e83d001e27f" providerId="ADAL" clId="{4D0B5073-DD86-4F67-84E5-806929CDE867}" dt="2026-02-24T08:19:15.445" v="72" actId="1076"/>
          <ac:picMkLst>
            <pc:docMk/>
            <pc:sldMk cId="1805115079" sldId="277"/>
            <ac:picMk id="8" creationId="{5AB492F5-9038-3D5C-4CF6-8590F0ADC5DB}"/>
          </ac:picMkLst>
        </pc:picChg>
      </pc:sldChg>
      <pc:sldChg chg="addSp modSp mod modClrScheme chgLayout">
        <pc:chgData name="Rob Grieve" userId="b0f7fee3-167f-4f47-b69c-0e83d001e27f" providerId="ADAL" clId="{4D0B5073-DD86-4F67-84E5-806929CDE867}" dt="2026-02-25T18:32:51.774" v="1410" actId="12"/>
        <pc:sldMkLst>
          <pc:docMk/>
          <pc:sldMk cId="3143934321" sldId="291"/>
        </pc:sldMkLst>
        <pc:spChg chg="mod ord">
          <ac:chgData name="Rob Grieve" userId="b0f7fee3-167f-4f47-b69c-0e83d001e27f" providerId="ADAL" clId="{4D0B5073-DD86-4F67-84E5-806929CDE867}" dt="2026-02-25T18:17:00.815" v="1292" actId="2711"/>
          <ac:spMkLst>
            <pc:docMk/>
            <pc:sldMk cId="3143934321" sldId="291"/>
            <ac:spMk id="2" creationId="{00000000-0000-0000-0000-000000000000}"/>
          </ac:spMkLst>
        </pc:spChg>
        <pc:spChg chg="mod ord">
          <ac:chgData name="Rob Grieve" userId="b0f7fee3-167f-4f47-b69c-0e83d001e27f" providerId="ADAL" clId="{4D0B5073-DD86-4F67-84E5-806929CDE867}" dt="2026-02-25T18:32:51.774" v="1410" actId="12"/>
          <ac:spMkLst>
            <pc:docMk/>
            <pc:sldMk cId="3143934321" sldId="291"/>
            <ac:spMk id="3" creationId="{00000000-0000-0000-0000-000000000000}"/>
          </ac:spMkLst>
        </pc:spChg>
        <pc:spChg chg="add mod ord">
          <ac:chgData name="Rob Grieve" userId="b0f7fee3-167f-4f47-b69c-0e83d001e27f" providerId="ADAL" clId="{4D0B5073-DD86-4F67-84E5-806929CDE867}" dt="2026-02-25T17:27:39.166" v="931" actId="1076"/>
          <ac:spMkLst>
            <pc:docMk/>
            <pc:sldMk cId="3143934321" sldId="291"/>
            <ac:spMk id="4" creationId="{D5675566-D584-CC72-3C20-A2A3149E27A9}"/>
          </ac:spMkLst>
        </pc:spChg>
        <pc:picChg chg="add mod">
          <ac:chgData name="Rob Grieve" userId="b0f7fee3-167f-4f47-b69c-0e83d001e27f" providerId="ADAL" clId="{4D0B5073-DD86-4F67-84E5-806929CDE867}" dt="2026-02-25T18:10:26.823" v="1157" actId="1076"/>
          <ac:picMkLst>
            <pc:docMk/>
            <pc:sldMk cId="3143934321" sldId="291"/>
            <ac:picMk id="6" creationId="{DF9A21EE-3EE5-59EE-B623-F5B9D1C3E34D}"/>
          </ac:picMkLst>
        </pc:picChg>
      </pc:sldChg>
      <pc:sldChg chg="modSp mod modAnim">
        <pc:chgData name="Rob Grieve" userId="b0f7fee3-167f-4f47-b69c-0e83d001e27f" providerId="ADAL" clId="{4D0B5073-DD86-4F67-84E5-806929CDE867}" dt="2026-02-25T18:34:11.520" v="1429"/>
        <pc:sldMkLst>
          <pc:docMk/>
          <pc:sldMk cId="3960961774" sldId="308"/>
        </pc:sldMkLst>
        <pc:spChg chg="mod">
          <ac:chgData name="Rob Grieve" userId="b0f7fee3-167f-4f47-b69c-0e83d001e27f" providerId="ADAL" clId="{4D0B5073-DD86-4F67-84E5-806929CDE867}" dt="2026-02-25T17:19:27.749" v="905" actId="5793"/>
          <ac:spMkLst>
            <pc:docMk/>
            <pc:sldMk cId="3960961774" sldId="308"/>
            <ac:spMk id="2" creationId="{00000000-0000-0000-0000-000000000000}"/>
          </ac:spMkLst>
        </pc:spChg>
        <pc:spChg chg="mod">
          <ac:chgData name="Rob Grieve" userId="b0f7fee3-167f-4f47-b69c-0e83d001e27f" providerId="ADAL" clId="{4D0B5073-DD86-4F67-84E5-806929CDE867}" dt="2026-02-25T17:19:38.850" v="910" actId="5793"/>
          <ac:spMkLst>
            <pc:docMk/>
            <pc:sldMk cId="3960961774" sldId="308"/>
            <ac:spMk id="4" creationId="{00000000-0000-0000-0000-000000000000}"/>
          </ac:spMkLst>
        </pc:spChg>
        <pc:spChg chg="mod">
          <ac:chgData name="Rob Grieve" userId="b0f7fee3-167f-4f47-b69c-0e83d001e27f" providerId="ADAL" clId="{4D0B5073-DD86-4F67-84E5-806929CDE867}" dt="2026-02-25T17:20:52.382" v="913" actId="20577"/>
          <ac:spMkLst>
            <pc:docMk/>
            <pc:sldMk cId="3960961774" sldId="308"/>
            <ac:spMk id="6" creationId="{00000000-0000-0000-0000-000000000000}"/>
          </ac:spMkLst>
        </pc:spChg>
        <pc:spChg chg="mod">
          <ac:chgData name="Rob Grieve" userId="b0f7fee3-167f-4f47-b69c-0e83d001e27f" providerId="ADAL" clId="{4D0B5073-DD86-4F67-84E5-806929CDE867}" dt="2026-02-25T17:09:14.617" v="704" actId="14100"/>
          <ac:spMkLst>
            <pc:docMk/>
            <pc:sldMk cId="3960961774" sldId="308"/>
            <ac:spMk id="7" creationId="{BF10CB54-110F-4E31-573B-0566BA6A4374}"/>
          </ac:spMkLst>
        </pc:spChg>
      </pc:sldChg>
      <pc:sldChg chg="addSp delSp modSp mod">
        <pc:chgData name="Rob Grieve" userId="b0f7fee3-167f-4f47-b69c-0e83d001e27f" providerId="ADAL" clId="{4D0B5073-DD86-4F67-84E5-806929CDE867}" dt="2026-02-26T07:24:39.421" v="1438" actId="1076"/>
        <pc:sldMkLst>
          <pc:docMk/>
          <pc:sldMk cId="2995978365" sldId="310"/>
        </pc:sldMkLst>
        <pc:spChg chg="mod">
          <ac:chgData name="Rob Grieve" userId="b0f7fee3-167f-4f47-b69c-0e83d001e27f" providerId="ADAL" clId="{4D0B5073-DD86-4F67-84E5-806929CDE867}" dt="2026-02-25T18:17:09.792" v="1293" actId="1076"/>
          <ac:spMkLst>
            <pc:docMk/>
            <pc:sldMk cId="2995978365" sldId="310"/>
            <ac:spMk id="2" creationId="{9DA074B0-5C0B-FF47-995F-EB26B01E15EA}"/>
          </ac:spMkLst>
        </pc:spChg>
        <pc:spChg chg="mod">
          <ac:chgData name="Rob Grieve" userId="b0f7fee3-167f-4f47-b69c-0e83d001e27f" providerId="ADAL" clId="{4D0B5073-DD86-4F67-84E5-806929CDE867}" dt="2026-02-25T17:37:09.729" v="1124" actId="1076"/>
          <ac:spMkLst>
            <pc:docMk/>
            <pc:sldMk cId="2995978365" sldId="310"/>
            <ac:spMk id="3" creationId="{955B7BAC-BAD4-ED45-ACFF-211479E7AA88}"/>
          </ac:spMkLst>
        </pc:spChg>
        <pc:picChg chg="add mod">
          <ac:chgData name="Rob Grieve" userId="b0f7fee3-167f-4f47-b69c-0e83d001e27f" providerId="ADAL" clId="{4D0B5073-DD86-4F67-84E5-806929CDE867}" dt="2026-02-26T07:24:39.421" v="1438" actId="1076"/>
          <ac:picMkLst>
            <pc:docMk/>
            <pc:sldMk cId="2995978365" sldId="310"/>
            <ac:picMk id="5" creationId="{FB04301D-4267-512F-D135-6E7CD095A82D}"/>
          </ac:picMkLst>
        </pc:picChg>
        <pc:picChg chg="add mod">
          <ac:chgData name="Rob Grieve" userId="b0f7fee3-167f-4f47-b69c-0e83d001e27f" providerId="ADAL" clId="{4D0B5073-DD86-4F67-84E5-806929CDE867}" dt="2026-02-26T07:21:10.982" v="1431" actId="1076"/>
          <ac:picMkLst>
            <pc:docMk/>
            <pc:sldMk cId="2995978365" sldId="310"/>
            <ac:picMk id="7" creationId="{9FB39E1C-6C9F-C608-0319-F293CD3180A3}"/>
          </ac:picMkLst>
        </pc:picChg>
      </pc:sldChg>
      <pc:sldChg chg="addSp modSp mod modAnim">
        <pc:chgData name="Rob Grieve" userId="b0f7fee3-167f-4f47-b69c-0e83d001e27f" providerId="ADAL" clId="{4D0B5073-DD86-4F67-84E5-806929CDE867}" dt="2026-02-25T16:58:25.758" v="652" actId="20577"/>
        <pc:sldMkLst>
          <pc:docMk/>
          <pc:sldMk cId="1780898073" sldId="586"/>
        </pc:sldMkLst>
        <pc:spChg chg="add mod">
          <ac:chgData name="Rob Grieve" userId="b0f7fee3-167f-4f47-b69c-0e83d001e27f" providerId="ADAL" clId="{4D0B5073-DD86-4F67-84E5-806929CDE867}" dt="2026-02-25T16:58:25.758" v="652" actId="20577"/>
          <ac:spMkLst>
            <pc:docMk/>
            <pc:sldMk cId="1780898073" sldId="586"/>
            <ac:spMk id="11" creationId="{C8A8C10F-D163-9566-AB46-237D8DCBD31A}"/>
          </ac:spMkLst>
        </pc:spChg>
      </pc:sldChg>
      <pc:sldChg chg="modSp mod ord">
        <pc:chgData name="Rob Grieve" userId="b0f7fee3-167f-4f47-b69c-0e83d001e27f" providerId="ADAL" clId="{4D0B5073-DD86-4F67-84E5-806929CDE867}" dt="2026-03-19T11:26:25.110" v="1467" actId="20577"/>
        <pc:sldMkLst>
          <pc:docMk/>
          <pc:sldMk cId="2086964900" sldId="592"/>
        </pc:sldMkLst>
        <pc:spChg chg="mod">
          <ac:chgData name="Rob Grieve" userId="b0f7fee3-167f-4f47-b69c-0e83d001e27f" providerId="ADAL" clId="{4D0B5073-DD86-4F67-84E5-806929CDE867}" dt="2026-02-25T17:30:56.184" v="996" actId="14100"/>
          <ac:spMkLst>
            <pc:docMk/>
            <pc:sldMk cId="2086964900" sldId="592"/>
            <ac:spMk id="3" creationId="{E533B39C-292C-D6C3-9228-9362CE341543}"/>
          </ac:spMkLst>
        </pc:spChg>
        <pc:spChg chg="mod">
          <ac:chgData name="Rob Grieve" userId="b0f7fee3-167f-4f47-b69c-0e83d001e27f" providerId="ADAL" clId="{4D0B5073-DD86-4F67-84E5-806929CDE867}" dt="2026-03-19T11:26:25.110" v="1467" actId="20577"/>
          <ac:spMkLst>
            <pc:docMk/>
            <pc:sldMk cId="2086964900" sldId="592"/>
            <ac:spMk id="4" creationId="{3D8145B5-6763-0BB6-E93E-8463FCADA52B}"/>
          </ac:spMkLst>
        </pc:spChg>
      </pc:sldChg>
      <pc:sldChg chg="modSp mod">
        <pc:chgData name="Rob Grieve" userId="b0f7fee3-167f-4f47-b69c-0e83d001e27f" providerId="ADAL" clId="{4D0B5073-DD86-4F67-84E5-806929CDE867}" dt="2026-02-25T18:18:59.282" v="1296" actId="20577"/>
        <pc:sldMkLst>
          <pc:docMk/>
          <pc:sldMk cId="0" sldId="601"/>
        </pc:sldMkLst>
        <pc:spChg chg="mod">
          <ac:chgData name="Rob Grieve" userId="b0f7fee3-167f-4f47-b69c-0e83d001e27f" providerId="ADAL" clId="{4D0B5073-DD86-4F67-84E5-806929CDE867}" dt="2026-02-25T18:18:59.282" v="1296" actId="20577"/>
          <ac:spMkLst>
            <pc:docMk/>
            <pc:sldMk cId="0" sldId="601"/>
            <ac:spMk id="2" creationId="{00000000-0000-0000-0000-000000000000}"/>
          </ac:spMkLst>
        </pc:spChg>
        <pc:spChg chg="mod">
          <ac:chgData name="Rob Grieve" userId="b0f7fee3-167f-4f47-b69c-0e83d001e27f" providerId="ADAL" clId="{4D0B5073-DD86-4F67-84E5-806929CDE867}" dt="2026-02-24T08:04:14.124" v="7" actId="20577"/>
          <ac:spMkLst>
            <pc:docMk/>
            <pc:sldMk cId="0" sldId="601"/>
            <ac:spMk id="15361" creationId="{00000000-0000-0000-0000-000000000000}"/>
          </ac:spMkLst>
        </pc:spChg>
      </pc:sldChg>
      <pc:sldChg chg="modSp mod ord modAnim">
        <pc:chgData name="Rob Grieve" userId="b0f7fee3-167f-4f47-b69c-0e83d001e27f" providerId="ADAL" clId="{4D0B5073-DD86-4F67-84E5-806929CDE867}" dt="2026-02-25T18:19:43.173" v="1300"/>
        <pc:sldMkLst>
          <pc:docMk/>
          <pc:sldMk cId="756990706" sldId="602"/>
        </pc:sldMkLst>
        <pc:spChg chg="mod">
          <ac:chgData name="Rob Grieve" userId="b0f7fee3-167f-4f47-b69c-0e83d001e27f" providerId="ADAL" clId="{4D0B5073-DD86-4F67-84E5-806929CDE867}" dt="2026-02-25T16:36:42.598" v="146" actId="115"/>
          <ac:spMkLst>
            <pc:docMk/>
            <pc:sldMk cId="756990706" sldId="602"/>
            <ac:spMk id="3" creationId="{FE1830FE-34A8-D346-5C35-CC185F57948A}"/>
          </ac:spMkLst>
        </pc:spChg>
        <pc:spChg chg="mod">
          <ac:chgData name="Rob Grieve" userId="b0f7fee3-167f-4f47-b69c-0e83d001e27f" providerId="ADAL" clId="{4D0B5073-DD86-4F67-84E5-806929CDE867}" dt="2026-02-25T16:36:53.292" v="147" actId="115"/>
          <ac:spMkLst>
            <pc:docMk/>
            <pc:sldMk cId="756990706" sldId="602"/>
            <ac:spMk id="11" creationId="{BB5B8EB8-0C21-4D68-91BF-F36F4BE14E8E}"/>
          </ac:spMkLst>
        </pc:spChg>
      </pc:sldChg>
      <pc:sldChg chg="modSp add mod ord">
        <pc:chgData name="Rob Grieve" userId="b0f7fee3-167f-4f47-b69c-0e83d001e27f" providerId="ADAL" clId="{4D0B5073-DD86-4F67-84E5-806929CDE867}" dt="2026-02-25T16:37:42.655" v="153" actId="113"/>
        <pc:sldMkLst>
          <pc:docMk/>
          <pc:sldMk cId="2598239373" sldId="608"/>
        </pc:sldMkLst>
        <pc:spChg chg="mod">
          <ac:chgData name="Rob Grieve" userId="b0f7fee3-167f-4f47-b69c-0e83d001e27f" providerId="ADAL" clId="{4D0B5073-DD86-4F67-84E5-806929CDE867}" dt="2026-02-25T16:37:42.655" v="153" actId="113"/>
          <ac:spMkLst>
            <pc:docMk/>
            <pc:sldMk cId="2598239373" sldId="608"/>
            <ac:spMk id="4" creationId="{138B3D99-1A69-18B5-E98C-6F73F3597551}"/>
          </ac:spMkLst>
        </pc:spChg>
        <pc:spChg chg="mod">
          <ac:chgData name="Rob Grieve" userId="b0f7fee3-167f-4f47-b69c-0e83d001e27f" providerId="ADAL" clId="{4D0B5073-DD86-4F67-84E5-806929CDE867}" dt="2026-02-25T16:34:37.112" v="135" actId="1076"/>
          <ac:spMkLst>
            <pc:docMk/>
            <pc:sldMk cId="2598239373" sldId="608"/>
            <ac:spMk id="15361" creationId="{FF6DDF1E-510F-D413-688D-5F764C1E7D25}"/>
          </ac:spMkLst>
        </pc:spChg>
      </pc:sldChg>
      <pc:sldChg chg="addSp delSp modSp new mod modClrScheme chgLayout">
        <pc:chgData name="Rob Grieve" userId="b0f7fee3-167f-4f47-b69c-0e83d001e27f" providerId="ADAL" clId="{4D0B5073-DD86-4F67-84E5-806929CDE867}" dt="2026-02-25T16:53:29.083" v="553" actId="1076"/>
        <pc:sldMkLst>
          <pc:docMk/>
          <pc:sldMk cId="1410790832" sldId="609"/>
        </pc:sldMkLst>
        <pc:spChg chg="add mod">
          <ac:chgData name="Rob Grieve" userId="b0f7fee3-167f-4f47-b69c-0e83d001e27f" providerId="ADAL" clId="{4D0B5073-DD86-4F67-84E5-806929CDE867}" dt="2026-02-25T16:53:18.890" v="549" actId="207"/>
          <ac:spMkLst>
            <pc:docMk/>
            <pc:sldMk cId="1410790832" sldId="609"/>
            <ac:spMk id="7" creationId="{96DD4DC5-E5B1-E22E-CE61-44449EE5C528}"/>
          </ac:spMkLst>
        </pc:spChg>
        <pc:picChg chg="add mod">
          <ac:chgData name="Rob Grieve" userId="b0f7fee3-167f-4f47-b69c-0e83d001e27f" providerId="ADAL" clId="{4D0B5073-DD86-4F67-84E5-806929CDE867}" dt="2026-02-25T16:53:29.083" v="553" actId="1076"/>
          <ac:picMkLst>
            <pc:docMk/>
            <pc:sldMk cId="1410790832" sldId="609"/>
            <ac:picMk id="9" creationId="{5981F2F9-F236-47EF-7003-33D98EAB143F}"/>
          </ac:picMkLst>
        </pc:picChg>
      </pc:sldChg>
      <pc:sldChg chg="addSp modSp new mod">
        <pc:chgData name="Rob Grieve" userId="b0f7fee3-167f-4f47-b69c-0e83d001e27f" providerId="ADAL" clId="{4D0B5073-DD86-4F67-84E5-806929CDE867}" dt="2026-02-25T16:25:22.074" v="124" actId="931"/>
        <pc:sldMkLst>
          <pc:docMk/>
          <pc:sldMk cId="608535257" sldId="610"/>
        </pc:sldMkLst>
        <pc:picChg chg="add mod">
          <ac:chgData name="Rob Grieve" userId="b0f7fee3-167f-4f47-b69c-0e83d001e27f" providerId="ADAL" clId="{4D0B5073-DD86-4F67-84E5-806929CDE867}" dt="2026-02-25T16:25:22.074" v="124" actId="931"/>
          <ac:picMkLst>
            <pc:docMk/>
            <pc:sldMk cId="608535257" sldId="610"/>
            <ac:picMk id="4" creationId="{72C460E3-D80F-F2F9-D0B4-FCC5B03C7DDF}"/>
          </ac:picMkLst>
        </pc:picChg>
      </pc:sldChg>
      <pc:sldChg chg="addSp delSp modSp new mod modClrScheme chgLayout">
        <pc:chgData name="Rob Grieve" userId="b0f7fee3-167f-4f47-b69c-0e83d001e27f" providerId="ADAL" clId="{4D0B5073-DD86-4F67-84E5-806929CDE867}" dt="2026-02-25T18:27:46.423" v="1401" actId="255"/>
        <pc:sldMkLst>
          <pc:docMk/>
          <pc:sldMk cId="3908272702" sldId="611"/>
        </pc:sldMkLst>
        <pc:spChg chg="add mod ord">
          <ac:chgData name="Rob Grieve" userId="b0f7fee3-167f-4f47-b69c-0e83d001e27f" providerId="ADAL" clId="{4D0B5073-DD86-4F67-84E5-806929CDE867}" dt="2026-02-25T18:16:44.957" v="1290" actId="122"/>
          <ac:spMkLst>
            <pc:docMk/>
            <pc:sldMk cId="3908272702" sldId="611"/>
            <ac:spMk id="5" creationId="{4A8E4BCA-1432-B88B-26D8-9E631E3CEA8E}"/>
          </ac:spMkLst>
        </pc:spChg>
        <pc:spChg chg="add mod">
          <ac:chgData name="Rob Grieve" userId="b0f7fee3-167f-4f47-b69c-0e83d001e27f" providerId="ADAL" clId="{4D0B5073-DD86-4F67-84E5-806929CDE867}" dt="2026-02-25T18:27:46.423" v="1401" actId="255"/>
          <ac:spMkLst>
            <pc:docMk/>
            <pc:sldMk cId="3908272702" sldId="611"/>
            <ac:spMk id="10" creationId="{1DCFC8B2-E446-B5FE-B529-5668B041217B}"/>
          </ac:spMkLst>
        </pc:spChg>
        <pc:picChg chg="add mod">
          <ac:chgData name="Rob Grieve" userId="b0f7fee3-167f-4f47-b69c-0e83d001e27f" providerId="ADAL" clId="{4D0B5073-DD86-4F67-84E5-806929CDE867}" dt="2026-02-25T18:26:29.278" v="1320" actId="1076"/>
          <ac:picMkLst>
            <pc:docMk/>
            <pc:sldMk cId="3908272702" sldId="611"/>
            <ac:picMk id="9" creationId="{DDAF4BB1-0BDF-7BC4-A22F-D7E5FF51E607}"/>
          </ac:picMkLst>
        </pc:picChg>
      </pc:sldChg>
      <pc:sldChg chg="addSp modSp add mod">
        <pc:chgData name="Rob Grieve" userId="b0f7fee3-167f-4f47-b69c-0e83d001e27f" providerId="ADAL" clId="{4D0B5073-DD86-4F67-84E5-806929CDE867}" dt="2026-02-25T18:28:54.643" v="1409" actId="1076"/>
        <pc:sldMkLst>
          <pc:docMk/>
          <pc:sldMk cId="3018140524" sldId="612"/>
        </pc:sldMkLst>
        <pc:spChg chg="mod">
          <ac:chgData name="Rob Grieve" userId="b0f7fee3-167f-4f47-b69c-0e83d001e27f" providerId="ADAL" clId="{4D0B5073-DD86-4F67-84E5-806929CDE867}" dt="2026-02-25T18:28:36.436" v="1402" actId="255"/>
          <ac:spMkLst>
            <pc:docMk/>
            <pc:sldMk cId="3018140524" sldId="612"/>
            <ac:spMk id="5" creationId="{62A2E8A8-A512-C0A5-E8E8-3F6DC45A0E2A}"/>
          </ac:spMkLst>
        </pc:spChg>
        <pc:picChg chg="add mod">
          <ac:chgData name="Rob Grieve" userId="b0f7fee3-167f-4f47-b69c-0e83d001e27f" providerId="ADAL" clId="{4D0B5073-DD86-4F67-84E5-806929CDE867}" dt="2026-02-25T18:28:54.643" v="1409" actId="1076"/>
          <ac:picMkLst>
            <pc:docMk/>
            <pc:sldMk cId="3018140524" sldId="612"/>
            <ac:picMk id="3" creationId="{8160792F-CF83-0545-A6E5-E61755A0F2AE}"/>
          </ac:picMkLst>
        </pc:picChg>
      </pc:sldChg>
      <pc:sldMasterChg chg="delSldLayout">
        <pc:chgData name="Rob Grieve" userId="b0f7fee3-167f-4f47-b69c-0e83d001e27f" providerId="ADAL" clId="{4D0B5073-DD86-4F67-84E5-806929CDE867}" dt="2026-02-24T08:22:55.272" v="86" actId="47"/>
        <pc:sldMasterMkLst>
          <pc:docMk/>
          <pc:sldMasterMk cId="0" sldId="2147483719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86000" y="514350"/>
            <a:ext cx="4572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3257550"/>
            <a:ext cx="73152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5360570-2B09-DB43-BBE0-DA076DA911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4877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59657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7A561C-9FD9-4C4C-8580-77C3C3ECC807}" type="slidenum">
              <a:rPr kumimoji="0" lang="en-GB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27825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8A6BB3-15F9-4141-AB05-7BFCB398C0ED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1731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8A6BB3-15F9-4141-AB05-7BFCB398C0ED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6820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presentation title slide">
    <p:bg>
      <p:bgPr>
        <a:solidFill>
          <a:srgbClr val="1A9DA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1775346" y="1617868"/>
            <a:ext cx="0" cy="27432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 Placeholder 14"/>
          <p:cNvSpPr>
            <a:spLocks noGrp="1"/>
          </p:cNvSpPr>
          <p:nvPr>
            <p:ph type="body" sz="quarter" idx="14"/>
          </p:nvPr>
        </p:nvSpPr>
        <p:spPr>
          <a:xfrm>
            <a:off x="2181658" y="1540814"/>
            <a:ext cx="6062750" cy="28311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800"/>
              </a:lnSpc>
              <a:spcBef>
                <a:spcPts val="0"/>
              </a:spcBef>
              <a:buFontTx/>
              <a:buNone/>
              <a:defRPr sz="44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8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496861" y="1605616"/>
            <a:ext cx="1219139" cy="2690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1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9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496861" y="1875614"/>
            <a:ext cx="1219139" cy="402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100" b="1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7"/>
          </p:nvPr>
        </p:nvSpPr>
        <p:spPr>
          <a:xfrm>
            <a:off x="496861" y="2283314"/>
            <a:ext cx="1219139" cy="521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100" b="1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88" y="0"/>
            <a:ext cx="2166937" cy="108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496861" y="4221384"/>
            <a:ext cx="1219139" cy="2297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1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7226853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99594" y="1418035"/>
            <a:ext cx="6668019" cy="10245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800"/>
              </a:lnSpc>
              <a:spcBef>
                <a:spcPts val="0"/>
              </a:spcBef>
              <a:buFontTx/>
              <a:buNone/>
              <a:defRPr sz="4400" b="0" i="0">
                <a:solidFill>
                  <a:srgbClr val="16818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1" y="3165872"/>
            <a:ext cx="6668021" cy="45232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1600" b="0" i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5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613" y="0"/>
            <a:ext cx="10810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450603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pos="567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99594" y="699542"/>
            <a:ext cx="6668019" cy="4883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200"/>
              </a:lnSpc>
              <a:buFontTx/>
              <a:buNone/>
              <a:defRPr sz="4000" b="0" i="0">
                <a:solidFill>
                  <a:srgbClr val="16818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6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613" y="0"/>
            <a:ext cx="10810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27583" y="1347635"/>
            <a:ext cx="6740030" cy="3404603"/>
          </a:xfrm>
          <a:prstGeom prst="rect">
            <a:avLst/>
          </a:prstGeom>
        </p:spPr>
        <p:txBody>
          <a:bodyPr/>
          <a:lstStyle>
            <a:lvl1pPr marL="266700" indent="-266700">
              <a:buClr>
                <a:srgbClr val="16818D"/>
              </a:buClr>
              <a:defRPr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541338" indent="-274638">
              <a:buClr>
                <a:srgbClr val="16818D"/>
              </a:buClr>
              <a:buFont typeface="Courier New" panose="02070309020205020404" pitchFamily="49" charset="0"/>
              <a:buChar char="o"/>
              <a:defRPr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808038" indent="-266700">
              <a:buClr>
                <a:srgbClr val="16818D"/>
              </a:buClr>
              <a:buFont typeface="Arial" panose="020B0604020202020204" pitchFamily="34" charset="0"/>
              <a:buChar char="̶"/>
              <a:defRPr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6912239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441" userDrawn="1">
          <p15:clr>
            <a:srgbClr val="FBAE40"/>
          </p15:clr>
        </p15:guide>
        <p15:guide id="2" pos="4768" userDrawn="1">
          <p15:clr>
            <a:srgbClr val="FBAE40"/>
          </p15:clr>
        </p15:guide>
        <p15:guide id="3" pos="56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99594" y="697943"/>
            <a:ext cx="6668019" cy="47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200"/>
              </a:lnSpc>
              <a:buFontTx/>
              <a:buNone/>
              <a:defRPr sz="4000" b="0" i="0">
                <a:solidFill>
                  <a:srgbClr val="16818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7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613" y="0"/>
            <a:ext cx="10810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840769" y="1346400"/>
            <a:ext cx="6726844" cy="3510074"/>
          </a:xfrm>
          <a:prstGeom prst="rect">
            <a:avLst/>
          </a:prstGeom>
        </p:spPr>
        <p:txBody>
          <a:bodyPr/>
          <a:lstStyle>
            <a:lvl1pPr marL="266700" indent="-266700">
              <a:buClr>
                <a:srgbClr val="16818D"/>
              </a:buClr>
              <a:buFont typeface="+mj-lt"/>
              <a:buAutoNum type="arabicPeriod"/>
              <a:defRPr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541338" indent="-274638">
              <a:buClr>
                <a:srgbClr val="16818D"/>
              </a:buClr>
              <a:buFont typeface="+mj-lt"/>
              <a:buAutoNum type="romanLcPeriod"/>
              <a:defRPr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896938" indent="-266700">
              <a:buClr>
                <a:srgbClr val="16818D"/>
              </a:buClr>
              <a:buFont typeface="Arial" panose="020B0604020202020204" pitchFamily="34" charset="0"/>
              <a:buChar char="̶"/>
              <a:defRPr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23431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9527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86068825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pos="567" userDrawn="1">
          <p15:clr>
            <a:srgbClr val="FBAE40"/>
          </p15:clr>
        </p15:guide>
        <p15:guide id="2" orient="horz" pos="44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666" y="1368000"/>
            <a:ext cx="3167583" cy="3402378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1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="0" i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99665" y="700088"/>
            <a:ext cx="6552655" cy="48453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200"/>
              </a:lnSpc>
              <a:buFontTx/>
              <a:buNone/>
              <a:defRPr sz="4000" b="0" i="0">
                <a:solidFill>
                  <a:srgbClr val="16818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211961" y="1368000"/>
            <a:ext cx="3240360" cy="3402378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1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="0" i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9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613" y="0"/>
            <a:ext cx="10810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3622766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pos="567" userDrawn="1">
          <p15:clr>
            <a:srgbClr val="FBAE40"/>
          </p15:clr>
        </p15:guide>
        <p15:guide id="2" orient="horz" pos="441" userDrawn="1">
          <p15:clr>
            <a:srgbClr val="FBAE40"/>
          </p15:clr>
        </p15:guide>
        <p15:guide id="3" pos="2517" userDrawn="1">
          <p15:clr>
            <a:srgbClr val="FBAE40"/>
          </p15:clr>
        </p15:guide>
        <p15:guide id="4" pos="2653" userDrawn="1">
          <p15:clr>
            <a:srgbClr val="FBAE40"/>
          </p15:clr>
        </p15:guide>
        <p15:guide id="5" pos="464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900113" y="700088"/>
            <a:ext cx="6553200" cy="48453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200"/>
              </a:lnSpc>
              <a:buFontTx/>
              <a:buNone/>
              <a:defRPr sz="4000" b="0" i="0">
                <a:solidFill>
                  <a:srgbClr val="16818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7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613" y="0"/>
            <a:ext cx="10810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900113" y="1368566"/>
            <a:ext cx="3167583" cy="3391657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6818D"/>
              </a:buClr>
              <a:buSzTx/>
              <a:buFont typeface="Arial" panose="020B0604020202020204" pitchFamily="34" charset="0"/>
              <a:buChar char="•"/>
              <a:tabLst/>
              <a:defRPr sz="1400" b="0" i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541338" indent="-274638">
              <a:buClr>
                <a:srgbClr val="16818D"/>
              </a:buClr>
              <a:buFont typeface="Courier New" panose="02070309020205020404" pitchFamily="49" charset="0"/>
              <a:buChar char="o"/>
              <a:def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808038" indent="-177800">
              <a:buClr>
                <a:srgbClr val="16818D"/>
              </a:buClr>
              <a:buFont typeface="Arial" panose="020B0604020202020204" pitchFamily="34" charset="0"/>
              <a:buChar char="̶"/>
              <a:def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163638" indent="-301625">
              <a:def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Bullet Point</a:t>
            </a:r>
          </a:p>
          <a:p>
            <a:pPr lvl="2"/>
            <a:r>
              <a:rPr lang="en-GB" dirty="0"/>
              <a:t>Third Bullet Point</a:t>
            </a:r>
          </a:p>
          <a:p>
            <a:pPr lvl="3"/>
            <a:endParaRPr lang="en-GB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14194" y="1368566"/>
            <a:ext cx="3239119" cy="3391657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6818D"/>
              </a:buClr>
              <a:buSzTx/>
              <a:buFont typeface="Arial" panose="020B0604020202020204" pitchFamily="34" charset="0"/>
              <a:buChar char="•"/>
              <a:tabLst/>
              <a:defRPr sz="1400" b="0" i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541338" indent="-274638">
              <a:buClr>
                <a:srgbClr val="16818D"/>
              </a:buClr>
              <a:buFont typeface="Courier New" panose="02070309020205020404" pitchFamily="49" charset="0"/>
              <a:buChar char="o"/>
              <a:def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808038" indent="-177800">
              <a:buClr>
                <a:srgbClr val="16818D"/>
              </a:buClr>
              <a:buFont typeface="Arial" panose="020B0604020202020204" pitchFamily="34" charset="0"/>
              <a:buChar char="̶"/>
              <a:def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163638" indent="-301625">
              <a:def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Bullet Point</a:t>
            </a:r>
          </a:p>
          <a:p>
            <a:pPr lvl="2"/>
            <a:r>
              <a:rPr lang="en-US" dirty="0"/>
              <a:t>Third Bullet Point</a:t>
            </a:r>
          </a:p>
          <a:p>
            <a:pPr lvl="3"/>
            <a:endParaRPr lang="en-US" dirty="0"/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6455156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pos="567" userDrawn="1">
          <p15:clr>
            <a:srgbClr val="FBAE40"/>
          </p15:clr>
        </p15:guide>
        <p15:guide id="2" orient="horz" pos="441" userDrawn="1">
          <p15:clr>
            <a:srgbClr val="FBAE40"/>
          </p15:clr>
        </p15:guide>
        <p15:guide id="3" pos="2517" userDrawn="1">
          <p15:clr>
            <a:srgbClr val="FBAE40"/>
          </p15:clr>
        </p15:guide>
        <p15:guide id="4" pos="2653" userDrawn="1">
          <p15:clr>
            <a:srgbClr val="FBAE40"/>
          </p15:clr>
        </p15:guide>
        <p15:guide id="5" pos="464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99120" y="700088"/>
            <a:ext cx="6553200" cy="48453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200"/>
              </a:lnSpc>
              <a:buFontTx/>
              <a:buNone/>
              <a:defRPr sz="4000" b="0" i="0">
                <a:solidFill>
                  <a:srgbClr val="16818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7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613" y="0"/>
            <a:ext cx="10810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120" y="1368678"/>
            <a:ext cx="3167583" cy="3435867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6818D"/>
              </a:buClr>
              <a:buSzTx/>
              <a:buFont typeface="+mj-lt"/>
              <a:buAutoNum type="arabicPeriod"/>
              <a:tabLst/>
              <a:defRPr sz="1400" b="0" i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541338" indent="-274638">
              <a:buClr>
                <a:srgbClr val="16818D"/>
              </a:buClr>
              <a:buFont typeface="+mj-lt"/>
              <a:buAutoNum type="romanLcPeriod"/>
              <a:defRPr sz="1400" baseline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896938" indent="-266700">
              <a:buClr>
                <a:srgbClr val="16818D"/>
              </a:buClr>
              <a:buFont typeface="Arial" panose="020B0604020202020204" pitchFamily="34" charset="0"/>
              <a:buChar char="̶"/>
              <a:def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252538" indent="-285750">
              <a:buFont typeface="Arial" panose="020B0604020202020204" pitchFamily="34" charset="0"/>
              <a:buChar char="̶"/>
              <a:def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Number Position Number 2</a:t>
            </a:r>
          </a:p>
          <a:p>
            <a:pPr lvl="2"/>
            <a:r>
              <a:rPr lang="en-GB" dirty="0"/>
              <a:t>Number Position Number 3</a:t>
            </a:r>
          </a:p>
          <a:p>
            <a:pPr lvl="3"/>
            <a:endParaRPr lang="en-GB" dirty="0"/>
          </a:p>
          <a:p>
            <a:pPr lvl="3"/>
            <a:endParaRPr lang="en-GB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14194" y="1368678"/>
            <a:ext cx="3238126" cy="3435867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6818D"/>
              </a:buClr>
              <a:buSzTx/>
              <a:buFont typeface="+mj-lt"/>
              <a:buAutoNum type="arabicPeriod"/>
              <a:tabLst/>
              <a:defRPr sz="1400" b="0" i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541338" indent="-274638">
              <a:buClr>
                <a:srgbClr val="16818D"/>
              </a:buClr>
              <a:buFont typeface="+mj-lt"/>
              <a:buAutoNum type="romanLcPeriod"/>
              <a:def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896938" indent="-266700">
              <a:buClr>
                <a:srgbClr val="16818D"/>
              </a:buClr>
              <a:buFont typeface="Arial" panose="020B0604020202020204" pitchFamily="34" charset="0"/>
              <a:buChar char="̶"/>
              <a:def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252538" indent="-285750">
              <a:buFont typeface="Arial" panose="020B0604020202020204" pitchFamily="34" charset="0"/>
              <a:buChar char="̶"/>
              <a:def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Number Position Number 2</a:t>
            </a:r>
          </a:p>
          <a:p>
            <a:pPr lvl="2"/>
            <a:r>
              <a:rPr lang="en-GB" dirty="0"/>
              <a:t>Number Position Number 3</a:t>
            </a:r>
          </a:p>
          <a:p>
            <a:pPr lvl="3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776518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pos="567" userDrawn="1">
          <p15:clr>
            <a:srgbClr val="FBAE40"/>
          </p15:clr>
        </p15:guide>
        <p15:guide id="2" orient="horz" pos="441" userDrawn="1">
          <p15:clr>
            <a:srgbClr val="FBAE40"/>
          </p15:clr>
        </p15:guide>
        <p15:guide id="3" pos="2653" userDrawn="1">
          <p15:clr>
            <a:srgbClr val="FBAE40"/>
          </p15:clr>
        </p15:guide>
        <p15:guide id="4" pos="2517" userDrawn="1">
          <p15:clr>
            <a:srgbClr val="FBAE40"/>
          </p15:clr>
        </p15:guide>
        <p15:guide id="5" pos="464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graph 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99594" y="700088"/>
            <a:ext cx="6515621" cy="48453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200"/>
              </a:lnSpc>
              <a:buFontTx/>
              <a:buNone/>
              <a:defRPr sz="4000" b="0" i="0">
                <a:solidFill>
                  <a:srgbClr val="16818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1"/>
          </p:nvPr>
        </p:nvSpPr>
        <p:spPr>
          <a:xfrm>
            <a:off x="899592" y="1346637"/>
            <a:ext cx="6515620" cy="3403549"/>
          </a:xfrm>
          <a:prstGeom prst="rect">
            <a:avLst/>
          </a:prstGeom>
        </p:spPr>
        <p:txBody>
          <a:bodyPr/>
          <a:lstStyle/>
          <a:p>
            <a:pPr lvl="0"/>
            <a:endParaRPr lang="en-US" noProof="0"/>
          </a:p>
        </p:txBody>
      </p:sp>
      <p:pic>
        <p:nvPicPr>
          <p:cNvPr id="6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613" y="0"/>
            <a:ext cx="10810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7534947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pos="567" userDrawn="1">
          <p15:clr>
            <a:srgbClr val="FBAE40"/>
          </p15:clr>
        </p15:guide>
        <p15:guide id="2" orient="horz" pos="441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column text style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8974" y="1402166"/>
            <a:ext cx="3167583" cy="3402378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1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="0" i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98973" y="700088"/>
            <a:ext cx="6515621" cy="48453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200"/>
              </a:lnSpc>
              <a:buFontTx/>
              <a:buNone/>
              <a:defRPr sz="4000" b="0" i="0">
                <a:solidFill>
                  <a:srgbClr val="16818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2"/>
          </p:nvPr>
        </p:nvSpPr>
        <p:spPr>
          <a:xfrm>
            <a:off x="4284042" y="1402167"/>
            <a:ext cx="3816350" cy="3348019"/>
          </a:xfrm>
          <a:prstGeom prst="rect">
            <a:avLst/>
          </a:prstGeom>
        </p:spPr>
        <p:txBody>
          <a:bodyPr/>
          <a:lstStyle/>
          <a:p>
            <a:pPr lvl="0"/>
            <a:endParaRPr lang="en-US" noProof="0"/>
          </a:p>
        </p:txBody>
      </p:sp>
      <p:pic>
        <p:nvPicPr>
          <p:cNvPr id="8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613" y="0"/>
            <a:ext cx="10810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8611724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pos="567" userDrawn="1">
          <p15:clr>
            <a:srgbClr val="FBAE40"/>
          </p15:clr>
        </p15:guide>
        <p15:guide id="2" orient="horz" pos="441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613" y="0"/>
            <a:ext cx="10810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0" y="771550"/>
            <a:ext cx="9144000" cy="43719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0606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467545" y="307250"/>
            <a:ext cx="6552727" cy="608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200"/>
              </a:lnSpc>
              <a:buFontTx/>
              <a:buNone/>
              <a:defRPr sz="3200" b="0" i="0" baseline="0">
                <a:solidFill>
                  <a:srgbClr val="16818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6118225" y="1059582"/>
            <a:ext cx="3025775" cy="40839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0" y="1059582"/>
            <a:ext cx="3024188" cy="40839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3059113" y="1059583"/>
            <a:ext cx="3020316" cy="197730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3059113" y="3076575"/>
            <a:ext cx="3020316" cy="20669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9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613" y="0"/>
            <a:ext cx="10810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5673224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1938" userDrawn="1">
          <p15:clr>
            <a:srgbClr val="FBAE40"/>
          </p15:clr>
        </p15:guide>
        <p15:guide id="4" orient="horz" pos="1913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467545" y="307250"/>
            <a:ext cx="6552727" cy="608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200"/>
              </a:lnSpc>
              <a:buFontTx/>
              <a:buNone/>
              <a:defRPr sz="3200" b="0" i="0" baseline="0">
                <a:solidFill>
                  <a:srgbClr val="16818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6118225" y="1059582"/>
            <a:ext cx="3025775" cy="40839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3059113" y="1059583"/>
            <a:ext cx="3020316" cy="197730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3059113" y="3076575"/>
            <a:ext cx="3020316" cy="20669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58065" y="1059582"/>
            <a:ext cx="2385743" cy="3600400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6818D"/>
              </a:buClr>
              <a:buSzTx/>
              <a:buFont typeface="Arial" panose="020B0604020202020204" pitchFamily="34" charset="0"/>
              <a:buChar char="•"/>
              <a:tabLst/>
              <a:defRPr sz="1400" b="0" i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541338" indent="-274638">
              <a:buClr>
                <a:srgbClr val="16818D"/>
              </a:buClr>
              <a:buFont typeface="Courier New" panose="02070309020205020404" pitchFamily="49" charset="0"/>
              <a:buChar char="o"/>
              <a:def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808038" indent="-177800">
              <a:buClr>
                <a:srgbClr val="16818D"/>
              </a:buClr>
              <a:buFont typeface="Arial" panose="020B0604020202020204" pitchFamily="34" charset="0"/>
              <a:buChar char="̶"/>
              <a:def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163638" indent="-301625">
              <a:def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Bullet Point</a:t>
            </a:r>
          </a:p>
          <a:p>
            <a:pPr lvl="2"/>
            <a:r>
              <a:rPr lang="en-GB" dirty="0"/>
              <a:t>Third Bullet Point</a:t>
            </a:r>
          </a:p>
          <a:p>
            <a:pPr lvl="3"/>
            <a:endParaRPr lang="en-GB" dirty="0"/>
          </a:p>
        </p:txBody>
      </p:sp>
      <p:pic>
        <p:nvPicPr>
          <p:cNvPr id="10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613" y="0"/>
            <a:ext cx="10810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4470880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938">
          <p15:clr>
            <a:srgbClr val="FBAE40"/>
          </p15:clr>
        </p15:guide>
        <p15:guide id="4" orient="horz" pos="1913">
          <p15:clr>
            <a:srgbClr val="FBAE40"/>
          </p15:clr>
        </p15:guide>
        <p15:guide id="5" pos="3833" userDrawn="1">
          <p15:clr>
            <a:srgbClr val="FBAE40"/>
          </p15:clr>
        </p15:guide>
        <p15:guide id="6" pos="385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1042988" y="1131590"/>
            <a:ext cx="7058025" cy="288032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600"/>
              </a:lnSpc>
              <a:buNone/>
              <a:defRPr sz="2800" b="0" i="1" baseline="0">
                <a:solidFill>
                  <a:srgbClr val="16818D"/>
                </a:solidFill>
                <a:latin typeface="Calibri" panose="020F0502020204030204" pitchFamily="34" charset="0"/>
              </a:defRPr>
            </a:lvl1pPr>
            <a:lvl2pPr marL="609600" indent="0">
              <a:lnSpc>
                <a:spcPts val="3600"/>
              </a:lnSpc>
              <a:buNone/>
              <a:defRPr sz="2800" b="0" i="1" baseline="0">
                <a:solidFill>
                  <a:srgbClr val="16818D"/>
                </a:solidFill>
                <a:latin typeface="Calibri" panose="020F0502020204030204" pitchFamily="34" charset="0"/>
              </a:defRPr>
            </a:lvl2pPr>
            <a:lvl3pPr marL="1219200" indent="0">
              <a:lnSpc>
                <a:spcPts val="3600"/>
              </a:lnSpc>
              <a:buNone/>
              <a:defRPr sz="2800" b="0" i="1" baseline="0">
                <a:solidFill>
                  <a:srgbClr val="16818D"/>
                </a:solidFill>
                <a:latin typeface="Calibri" panose="020F0502020204030204" pitchFamily="34" charset="0"/>
              </a:defRPr>
            </a:lvl3pPr>
            <a:lvl4pPr marL="1828800" indent="0">
              <a:lnSpc>
                <a:spcPts val="3600"/>
              </a:lnSpc>
              <a:buNone/>
              <a:defRPr sz="2800" b="0" i="1" baseline="0">
                <a:solidFill>
                  <a:srgbClr val="16818D"/>
                </a:solidFill>
                <a:latin typeface="Calibri" panose="020F0502020204030204" pitchFamily="34" charset="0"/>
              </a:defRPr>
            </a:lvl4pPr>
            <a:lvl5pPr marL="2438400" indent="0">
              <a:lnSpc>
                <a:spcPts val="3600"/>
              </a:lnSpc>
              <a:buNone/>
              <a:defRPr sz="2800" b="0" i="1" baseline="0">
                <a:solidFill>
                  <a:srgbClr val="16818D"/>
                </a:solidFill>
                <a:latin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1042988" y="4327103"/>
            <a:ext cx="7058025" cy="620911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1800"/>
              </a:lnSpc>
              <a:buNone/>
              <a:defRPr sz="12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09600" indent="0" algn="r">
              <a:lnSpc>
                <a:spcPts val="1800"/>
              </a:lnSpc>
              <a:buNone/>
              <a:defRPr sz="1200" baseline="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19200" indent="0" algn="r">
              <a:lnSpc>
                <a:spcPts val="1800"/>
              </a:lnSpc>
              <a:buNone/>
              <a:defRPr sz="1200" baseline="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828800" indent="0" algn="r">
              <a:lnSpc>
                <a:spcPts val="1800"/>
              </a:lnSpc>
              <a:buNone/>
              <a:defRPr sz="1200" baseline="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438400" indent="0" algn="r">
              <a:lnSpc>
                <a:spcPts val="1800"/>
              </a:lnSpc>
              <a:buNone/>
              <a:defRPr sz="1200" baseline="0">
                <a:solidFill>
                  <a:schemeClr val="tx1"/>
                </a:solidFill>
                <a:latin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6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613" y="0"/>
            <a:ext cx="10810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016440"/>
      </p:ext>
    </p:extLst>
  </p:cSld>
  <p:clrMapOvr>
    <a:masterClrMapping/>
  </p:clrMapOvr>
  <p:transition spd="slow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15403" y="1995686"/>
            <a:ext cx="4283969" cy="1872208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9600"/>
              </a:lnSpc>
              <a:buNone/>
              <a:defRPr sz="13000" b="0" i="0" baseline="0">
                <a:solidFill>
                  <a:srgbClr val="16818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09600" indent="0" algn="r">
              <a:lnSpc>
                <a:spcPts val="3600"/>
              </a:lnSpc>
              <a:buNone/>
              <a:defRPr sz="9600" b="0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2pPr>
            <a:lvl3pPr marL="1219200" indent="0" algn="r">
              <a:lnSpc>
                <a:spcPts val="3600"/>
              </a:lnSpc>
              <a:buNone/>
              <a:defRPr sz="9600" b="0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3pPr>
            <a:lvl4pPr marL="1828800" indent="0" algn="r">
              <a:lnSpc>
                <a:spcPts val="3600"/>
              </a:lnSpc>
              <a:buNone/>
              <a:defRPr sz="9600" b="0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4pPr>
            <a:lvl5pPr marL="2438400" indent="0" algn="r">
              <a:lnSpc>
                <a:spcPts val="3600"/>
              </a:lnSpc>
              <a:buNone/>
              <a:defRPr sz="9600" b="0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5pPr>
          </a:lstStyle>
          <a:p>
            <a:pPr lvl="0"/>
            <a:r>
              <a:rPr lang="en-GB" dirty="0"/>
              <a:t>100%</a:t>
            </a:r>
          </a:p>
        </p:txBody>
      </p:sp>
      <p:sp>
        <p:nvSpPr>
          <p:cNvPr id="4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4715395" y="2012765"/>
            <a:ext cx="3601021" cy="185512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200"/>
              </a:lnSpc>
              <a:buNone/>
              <a:defRPr sz="1800" baseline="0">
                <a:solidFill>
                  <a:srgbClr val="16818D"/>
                </a:solidFill>
                <a:latin typeface="Calibri" panose="020F0502020204030204" pitchFamily="34" charset="0"/>
              </a:defRPr>
            </a:lvl1pPr>
            <a:lvl2pPr marL="609600" indent="0" algn="l">
              <a:lnSpc>
                <a:spcPts val="2200"/>
              </a:lnSpc>
              <a:buNone/>
              <a:defRPr sz="1800" baseline="0">
                <a:solidFill>
                  <a:srgbClr val="16818D"/>
                </a:solidFill>
                <a:latin typeface="Calibri" panose="020F0502020204030204" pitchFamily="34" charset="0"/>
              </a:defRPr>
            </a:lvl2pPr>
            <a:lvl3pPr marL="1219200" indent="0" algn="l">
              <a:lnSpc>
                <a:spcPts val="2200"/>
              </a:lnSpc>
              <a:buNone/>
              <a:defRPr sz="1800" baseline="0">
                <a:solidFill>
                  <a:srgbClr val="16818D"/>
                </a:solidFill>
                <a:latin typeface="Calibri" panose="020F0502020204030204" pitchFamily="34" charset="0"/>
              </a:defRPr>
            </a:lvl3pPr>
            <a:lvl4pPr marL="1828800" indent="0" algn="l">
              <a:lnSpc>
                <a:spcPts val="2200"/>
              </a:lnSpc>
              <a:buNone/>
              <a:defRPr sz="1800" baseline="0">
                <a:solidFill>
                  <a:srgbClr val="16818D"/>
                </a:solidFill>
                <a:latin typeface="Calibri" panose="020F0502020204030204" pitchFamily="34" charset="0"/>
              </a:defRPr>
            </a:lvl4pPr>
            <a:lvl5pPr marL="2438400" indent="0" algn="l">
              <a:lnSpc>
                <a:spcPts val="2200"/>
              </a:lnSpc>
              <a:buNone/>
              <a:defRPr sz="1800" baseline="0">
                <a:solidFill>
                  <a:srgbClr val="16818D"/>
                </a:solidFill>
                <a:latin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Text Placeholder 14"/>
          <p:cNvSpPr>
            <a:spLocks noGrp="1"/>
          </p:cNvSpPr>
          <p:nvPr>
            <p:ph type="body" sz="quarter" idx="14"/>
          </p:nvPr>
        </p:nvSpPr>
        <p:spPr>
          <a:xfrm>
            <a:off x="970980" y="4155926"/>
            <a:ext cx="7129412" cy="64829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1400"/>
              </a:lnSpc>
              <a:buNone/>
              <a:defRPr sz="10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09600" indent="0" algn="r">
              <a:lnSpc>
                <a:spcPts val="1400"/>
              </a:lnSpc>
              <a:buNone/>
              <a:defRPr sz="1000" baseline="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19200" indent="0" algn="r">
              <a:lnSpc>
                <a:spcPts val="1400"/>
              </a:lnSpc>
              <a:buNone/>
              <a:defRPr sz="1000" baseline="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828800" indent="0" algn="r">
              <a:lnSpc>
                <a:spcPts val="1400"/>
              </a:lnSpc>
              <a:buNone/>
              <a:defRPr sz="1000" baseline="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438400" indent="0" algn="r">
              <a:lnSpc>
                <a:spcPts val="1400"/>
              </a:lnSpc>
              <a:buNone/>
              <a:defRPr sz="1000" baseline="0">
                <a:solidFill>
                  <a:schemeClr val="tx1"/>
                </a:solidFill>
                <a:latin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7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613" y="0"/>
            <a:ext cx="10810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0263878"/>
      </p:ext>
    </p:extLst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5713576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presentation title slide">
    <p:bg>
      <p:bgPr>
        <a:solidFill>
          <a:srgbClr val="1A9DA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 userDrawn="1"/>
        </p:nvCxnSpPr>
        <p:spPr>
          <a:xfrm>
            <a:off x="1919288" y="1082279"/>
            <a:ext cx="0" cy="27432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7" name="Picture 11" descr="UWE-Logo-Bottom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3" y="4337448"/>
            <a:ext cx="2182812" cy="806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 Placeholder 14"/>
          <p:cNvSpPr>
            <a:spLocks noGrp="1"/>
          </p:cNvSpPr>
          <p:nvPr>
            <p:ph type="body" sz="quarter" idx="14"/>
          </p:nvPr>
        </p:nvSpPr>
        <p:spPr>
          <a:xfrm>
            <a:off x="2325600" y="1005576"/>
            <a:ext cx="6062750" cy="28311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600"/>
              </a:lnSpc>
              <a:spcBef>
                <a:spcPts val="0"/>
              </a:spcBef>
              <a:buFontTx/>
              <a:buNone/>
              <a:defRPr sz="3300" b="0" i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640801" y="1070377"/>
            <a:ext cx="1219139" cy="2690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975"/>
              </a:lnSpc>
              <a:spcBef>
                <a:spcPts val="0"/>
              </a:spcBef>
              <a:buFontTx/>
              <a:buNone/>
              <a:defRPr sz="825" b="0" i="0">
                <a:solidFill>
                  <a:schemeClr val="bg1"/>
                </a:solidFill>
                <a:latin typeface="Tahoma" charset="0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640801" y="1340376"/>
            <a:ext cx="1219139" cy="402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975"/>
              </a:lnSpc>
              <a:spcBef>
                <a:spcPts val="0"/>
              </a:spcBef>
              <a:buFontTx/>
              <a:buNone/>
              <a:defRPr sz="825" b="1" i="0">
                <a:solidFill>
                  <a:schemeClr val="bg1"/>
                </a:solidFill>
                <a:latin typeface="Tahoma" charset="0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7"/>
          </p:nvPr>
        </p:nvSpPr>
        <p:spPr>
          <a:xfrm>
            <a:off x="640801" y="1748076"/>
            <a:ext cx="1219139" cy="521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975"/>
              </a:lnSpc>
              <a:spcBef>
                <a:spcPts val="0"/>
              </a:spcBef>
              <a:buFontTx/>
              <a:buNone/>
              <a:defRPr sz="825" b="1" i="0">
                <a:solidFill>
                  <a:schemeClr val="bg1"/>
                </a:solidFill>
                <a:latin typeface="Tahoma" charset="0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645063" y="3720104"/>
            <a:ext cx="1219139" cy="1723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975"/>
              </a:lnSpc>
              <a:spcBef>
                <a:spcPts val="0"/>
              </a:spcBef>
              <a:buFontTx/>
              <a:buNone/>
              <a:defRPr sz="825" b="0" i="0">
                <a:solidFill>
                  <a:schemeClr val="bg1"/>
                </a:solidFill>
                <a:latin typeface="Tahoma"/>
                <a:ea typeface="Tahoma"/>
                <a:cs typeface="Tahom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2882103"/>
      </p:ext>
    </p:extLst>
  </p:cSld>
  <p:clrMapOvr>
    <a:masterClrMapping/>
  </p:clrMapOvr>
  <p:transition spd="slow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UWE-Logo-Bottom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4" y="4744641"/>
            <a:ext cx="1081087" cy="398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99592" y="1418035"/>
            <a:ext cx="6515621" cy="10245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600"/>
              </a:lnSpc>
              <a:spcBef>
                <a:spcPts val="0"/>
              </a:spcBef>
              <a:buFontTx/>
              <a:buNone/>
              <a:defRPr sz="3300" b="0" i="0">
                <a:solidFill>
                  <a:srgbClr val="16818D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3165872"/>
            <a:ext cx="6515620" cy="45232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1200" b="0" i="0">
                <a:solidFill>
                  <a:schemeClr val="tx1"/>
                </a:solidFill>
                <a:latin typeface="Tahoma" charset="0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2372290"/>
      </p:ext>
    </p:extLst>
  </p:cSld>
  <p:clrMapOvr>
    <a:masterClrMapping/>
  </p:clrMapOvr>
  <p:transition spd="slow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UWE-Logo-Bottom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4" y="4744641"/>
            <a:ext cx="1081087" cy="398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99592" y="517275"/>
            <a:ext cx="6515621" cy="4883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150"/>
              </a:lnSpc>
              <a:buFontTx/>
              <a:buNone/>
              <a:defRPr sz="3000" b="0" i="0">
                <a:solidFill>
                  <a:srgbClr val="16818D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27584" y="1167910"/>
            <a:ext cx="6587628" cy="3348056"/>
          </a:xfrm>
          <a:prstGeom prst="rect">
            <a:avLst/>
          </a:prstGeom>
        </p:spPr>
        <p:txBody>
          <a:bodyPr/>
          <a:lstStyle>
            <a:lvl1pPr marL="200025" indent="-200025">
              <a:buClr>
                <a:srgbClr val="16818D"/>
              </a:buCl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06004" indent="-205979">
              <a:buClr>
                <a:srgbClr val="16818D"/>
              </a:buClr>
              <a:buFont typeface="Courier New" panose="02070309020205020404" pitchFamily="49" charset="0"/>
              <a:buChar char="o"/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606029" indent="-200025">
              <a:buClr>
                <a:srgbClr val="16818D"/>
              </a:buClr>
              <a:buFont typeface="Arial" panose="020B0604020202020204" pitchFamily="34" charset="0"/>
              <a:buChar char="̶"/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0775178"/>
      </p:ext>
    </p:extLst>
  </p:cSld>
  <p:clrMapOvr>
    <a:masterClrMapping/>
  </p:clrMapOvr>
  <p:transition spd="slow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UWE-Logo-Bottom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4" y="4744641"/>
            <a:ext cx="1081087" cy="398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99592" y="519522"/>
            <a:ext cx="6515621" cy="47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150"/>
              </a:lnSpc>
              <a:buFontTx/>
              <a:buNone/>
              <a:defRPr sz="3000" b="0" i="0">
                <a:solidFill>
                  <a:srgbClr val="16818D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827584" y="1167911"/>
            <a:ext cx="6587628" cy="3349228"/>
          </a:xfrm>
          <a:prstGeom prst="rect">
            <a:avLst/>
          </a:prstGeom>
        </p:spPr>
        <p:txBody>
          <a:bodyPr/>
          <a:lstStyle>
            <a:lvl1pPr marL="200025" indent="-200025">
              <a:buClr>
                <a:srgbClr val="16818D"/>
              </a:buClr>
              <a:buFont typeface="+mj-lt"/>
              <a:buAutoNum type="arabicPeriod"/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06004" indent="-205979">
              <a:buClr>
                <a:srgbClr val="16818D"/>
              </a:buClr>
              <a:buFont typeface="+mj-lt"/>
              <a:buAutoNum type="romanLcPeriod"/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672704" indent="-200025">
              <a:buClr>
                <a:srgbClr val="16818D"/>
              </a:buClr>
              <a:buFont typeface="Arial" panose="020B0604020202020204" pitchFamily="34" charset="0"/>
              <a:buChar char="̶"/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757363" indent="-385763">
              <a:buFont typeface="+mj-lt"/>
              <a:buAutoNum type="arabicPeriod"/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214563" indent="-385763">
              <a:buFont typeface="+mj-lt"/>
              <a:buAutoNum type="arabicPeriod"/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03322871"/>
      </p:ext>
    </p:extLst>
  </p:cSld>
  <p:clrMapOvr>
    <a:masterClrMapping/>
  </p:clrMapOvr>
  <p:transition spd="slow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 descr="UWE-Logo-Bottom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4" y="4744641"/>
            <a:ext cx="1081087" cy="398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3" y="1221600"/>
            <a:ext cx="3167583" cy="3348019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454819" rtl="0" eaLnBrk="1" fontAlgn="base" latinLnBrk="0" hangingPunct="1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50" b="0" i="0" baseline="0">
                <a:solidFill>
                  <a:schemeClr val="tx1"/>
                </a:solidFill>
                <a:latin typeface="Tahoma" charset="0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99592" y="519522"/>
            <a:ext cx="6515621" cy="48453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150"/>
              </a:lnSpc>
              <a:buFontTx/>
              <a:buNone/>
              <a:defRPr sz="3000" b="0" i="0">
                <a:solidFill>
                  <a:srgbClr val="16818D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284664" y="1221600"/>
            <a:ext cx="3167583" cy="3348019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454819" rtl="0" eaLnBrk="1" fontAlgn="base" latinLnBrk="0" hangingPunct="1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50" b="0" i="0" baseline="0">
                <a:solidFill>
                  <a:schemeClr val="tx1"/>
                </a:solidFill>
                <a:latin typeface="Tahoma" charset="0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3039968"/>
      </p:ext>
    </p:extLst>
  </p:cSld>
  <p:clrMapOvr>
    <a:masterClrMapping/>
  </p:clrMapOvr>
  <p:transition spd="slow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UWE-Logo-Bottom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4" y="4744641"/>
            <a:ext cx="1081087" cy="398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99592" y="519522"/>
            <a:ext cx="6515621" cy="48453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150"/>
              </a:lnSpc>
              <a:buFontTx/>
              <a:buNone/>
              <a:defRPr sz="3000" b="0" i="0">
                <a:solidFill>
                  <a:srgbClr val="16818D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667" y="1188000"/>
            <a:ext cx="3167583" cy="3327966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14313" marR="0" indent="-214313" algn="l" defTabSz="454819" rtl="0" eaLnBrk="1" fontAlgn="base" latinLnBrk="0" hangingPunct="1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Clr>
                <a:srgbClr val="16818D"/>
              </a:buClr>
              <a:buSzTx/>
              <a:buFont typeface="Arial" panose="020B0604020202020204" pitchFamily="34" charset="0"/>
              <a:buChar char="•"/>
              <a:tabLst/>
              <a:defRPr sz="1050" b="0" i="0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06004" indent="-205979">
              <a:buClr>
                <a:srgbClr val="16818D"/>
              </a:buClr>
              <a:buFont typeface="Courier New" panose="02070309020205020404" pitchFamily="49" charset="0"/>
              <a:buChar char="o"/>
              <a:defRPr sz="105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606029" indent="-133350">
              <a:buClr>
                <a:srgbClr val="16818D"/>
              </a:buClr>
              <a:buFont typeface="Arial" panose="020B0604020202020204" pitchFamily="34" charset="0"/>
              <a:buChar char="̶"/>
              <a:defRPr sz="105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872729" indent="-226219">
              <a:defRPr sz="105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Bullet Point</a:t>
            </a:r>
          </a:p>
          <a:p>
            <a:pPr lvl="2"/>
            <a:r>
              <a:rPr lang="en-GB"/>
              <a:t>Third Bullet Point</a:t>
            </a:r>
          </a:p>
          <a:p>
            <a:pPr lvl="3"/>
            <a:endParaRPr lang="en-GB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738" y="1188000"/>
            <a:ext cx="3167583" cy="3327966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14313" marR="0" indent="-214313" algn="l" defTabSz="454819" rtl="0" eaLnBrk="1" fontAlgn="base" latinLnBrk="0" hangingPunct="1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Clr>
                <a:srgbClr val="16818D"/>
              </a:buClr>
              <a:buSzTx/>
              <a:buFont typeface="Arial" panose="020B0604020202020204" pitchFamily="34" charset="0"/>
              <a:buChar char="•"/>
              <a:tabLst/>
              <a:defRPr sz="1050" b="0" i="0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06004" indent="-205979">
              <a:buClr>
                <a:srgbClr val="16818D"/>
              </a:buClr>
              <a:buFont typeface="Courier New" panose="02070309020205020404" pitchFamily="49" charset="0"/>
              <a:buChar char="o"/>
              <a:defRPr sz="105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606029" indent="-133350">
              <a:buClr>
                <a:srgbClr val="16818D"/>
              </a:buClr>
              <a:buFont typeface="Arial" panose="020B0604020202020204" pitchFamily="34" charset="0"/>
              <a:buChar char="̶"/>
              <a:defRPr sz="105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872729" indent="-226219">
              <a:defRPr sz="105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Bullet Point</a:t>
            </a:r>
          </a:p>
          <a:p>
            <a:pPr lvl="2"/>
            <a:r>
              <a:rPr lang="en-US"/>
              <a:t>Third Bullet Point</a:t>
            </a:r>
          </a:p>
          <a:p>
            <a:pPr lvl="3"/>
            <a:endParaRPr lang="en-US"/>
          </a:p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2695990"/>
      </p:ext>
    </p:extLst>
  </p:cSld>
  <p:clrMapOvr>
    <a:masterClrMapping/>
  </p:clrMapOvr>
  <p:transition spd="slow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UWE-Logo-Bottom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4" y="4744641"/>
            <a:ext cx="1081087" cy="398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99592" y="519522"/>
            <a:ext cx="6481464" cy="48453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150"/>
              </a:lnSpc>
              <a:buFontTx/>
              <a:buNone/>
              <a:defRPr sz="3000" b="0" i="0">
                <a:solidFill>
                  <a:srgbClr val="16818D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4945" y="1188111"/>
            <a:ext cx="3167583" cy="3327855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00025" marR="0" indent="-200025" algn="l" defTabSz="454819" rtl="0" eaLnBrk="1" fontAlgn="base" latinLnBrk="0" hangingPunct="1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Clr>
                <a:srgbClr val="16818D"/>
              </a:buClr>
              <a:buSzTx/>
              <a:buFont typeface="+mj-lt"/>
              <a:buAutoNum type="arabicPeriod"/>
              <a:tabLst/>
              <a:defRPr sz="1050" b="0" i="0" baseline="0">
                <a:solidFill>
                  <a:schemeClr val="tx1"/>
                </a:solidFill>
                <a:latin typeface="Tahoma"/>
                <a:ea typeface="Tahoma"/>
                <a:cs typeface="Tahoma"/>
              </a:defRPr>
            </a:lvl1pPr>
            <a:lvl2pPr marL="406004" indent="-205979">
              <a:buClr>
                <a:srgbClr val="16818D"/>
              </a:buClr>
              <a:buFont typeface="+mj-lt"/>
              <a:buAutoNum type="romanLcPeriod"/>
              <a:defRPr sz="1050" baseline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672704" indent="-200025">
              <a:buClr>
                <a:srgbClr val="16818D"/>
              </a:buClr>
              <a:buFont typeface="Arial" panose="020B0604020202020204" pitchFamily="34" charset="0"/>
              <a:buChar char="̶"/>
              <a:defRPr sz="105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939404" indent="-214313">
              <a:buFont typeface="Arial" panose="020B0604020202020204" pitchFamily="34" charset="0"/>
              <a:buChar char="̶"/>
              <a:defRPr sz="105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Number Position Number 2</a:t>
            </a:r>
          </a:p>
          <a:p>
            <a:pPr lvl="2"/>
            <a:r>
              <a:rPr lang="en-GB"/>
              <a:t>Number Position Number 3</a:t>
            </a:r>
          </a:p>
          <a:p>
            <a:pPr lvl="3"/>
            <a:endParaRPr lang="en-GB"/>
          </a:p>
          <a:p>
            <a:pPr lvl="3"/>
            <a:endParaRPr lang="en-GB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0016" y="1188111"/>
            <a:ext cx="3167583" cy="3327855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00025" marR="0" indent="-200025" algn="l" defTabSz="454819" rtl="0" eaLnBrk="1" fontAlgn="base" latinLnBrk="0" hangingPunct="1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Clr>
                <a:srgbClr val="16818D"/>
              </a:buClr>
              <a:buSzTx/>
              <a:buFont typeface="+mj-lt"/>
              <a:buAutoNum type="arabicPeriod"/>
              <a:tabLst/>
              <a:defRPr sz="1050" b="0" i="0" baseline="0">
                <a:solidFill>
                  <a:schemeClr val="tx1"/>
                </a:solidFill>
                <a:latin typeface="Tahoma"/>
                <a:ea typeface="Tahoma"/>
                <a:cs typeface="Tahoma"/>
              </a:defRPr>
            </a:lvl1pPr>
            <a:lvl2pPr marL="406004" indent="-205979">
              <a:buClr>
                <a:srgbClr val="16818D"/>
              </a:buClr>
              <a:buFont typeface="+mj-lt"/>
              <a:buAutoNum type="romanLcPeriod"/>
              <a:defRPr sz="105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672704" indent="-200025">
              <a:buClr>
                <a:srgbClr val="16818D"/>
              </a:buClr>
              <a:buFont typeface="Arial" panose="020B0604020202020204" pitchFamily="34" charset="0"/>
              <a:buChar char="̶"/>
              <a:defRPr sz="105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939404" indent="-214313">
              <a:buFont typeface="Arial" panose="020B0604020202020204" pitchFamily="34" charset="0"/>
              <a:buChar char="̶"/>
              <a:defRPr sz="105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Number Position Number 2</a:t>
            </a:r>
          </a:p>
          <a:p>
            <a:pPr lvl="2"/>
            <a:r>
              <a:rPr lang="en-GB"/>
              <a:t>Number Position Number 3</a:t>
            </a:r>
          </a:p>
          <a:p>
            <a:pPr lvl="3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8036219"/>
      </p:ext>
    </p:extLst>
  </p:cSld>
  <p:clrMapOvr>
    <a:masterClrMapping/>
  </p:clrMapOvr>
  <p:transition spd="slow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graph 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UWE-Logo-Bottom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4" y="4744641"/>
            <a:ext cx="1081087" cy="398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99592" y="519522"/>
            <a:ext cx="6515621" cy="48453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150"/>
              </a:lnSpc>
              <a:buFontTx/>
              <a:buNone/>
              <a:defRPr sz="3000" b="0" i="0">
                <a:solidFill>
                  <a:srgbClr val="16818D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1"/>
          </p:nvPr>
        </p:nvSpPr>
        <p:spPr>
          <a:xfrm>
            <a:off x="899592" y="1166070"/>
            <a:ext cx="6515620" cy="3403549"/>
          </a:xfrm>
          <a:prstGeom prst="rect">
            <a:avLst/>
          </a:prstGeom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902630324"/>
      </p:ext>
    </p:extLst>
  </p:cSld>
  <p:clrMapOvr>
    <a:masterClrMapping/>
  </p:clrMapOvr>
  <p:transition spd="slow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column text style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UWE-Logo-Bottom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4" y="4744641"/>
            <a:ext cx="1081087" cy="398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3" y="1221600"/>
            <a:ext cx="3167583" cy="3348018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454819" rtl="0" eaLnBrk="1" fontAlgn="base" latinLnBrk="0" hangingPunct="1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50" b="0" i="0" baseline="0">
                <a:solidFill>
                  <a:schemeClr val="tx1"/>
                </a:solidFill>
                <a:latin typeface="Tahoma" charset="0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99592" y="519522"/>
            <a:ext cx="6515621" cy="48453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150"/>
              </a:lnSpc>
              <a:buFontTx/>
              <a:buNone/>
              <a:defRPr sz="3000" b="0" i="0">
                <a:solidFill>
                  <a:srgbClr val="16818D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2"/>
          </p:nvPr>
        </p:nvSpPr>
        <p:spPr>
          <a:xfrm>
            <a:off x="4284663" y="1221600"/>
            <a:ext cx="3816350" cy="3348019"/>
          </a:xfrm>
          <a:prstGeom prst="rect">
            <a:avLst/>
          </a:prstGeom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97664814"/>
      </p:ext>
    </p:extLst>
  </p:cSld>
  <p:clrMapOvr>
    <a:masterClrMapping/>
  </p:clrMapOvr>
  <p:transition spd="slow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UWE-Logo-Bottom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4" y="4744641"/>
            <a:ext cx="1081087" cy="398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Picture Placeholder 21"/>
          <p:cNvSpPr>
            <a:spLocks noGrp="1"/>
          </p:cNvSpPr>
          <p:nvPr>
            <p:ph type="pic" sz="quarter" idx="12"/>
          </p:nvPr>
        </p:nvSpPr>
        <p:spPr>
          <a:xfrm>
            <a:off x="611560" y="573528"/>
            <a:ext cx="7884740" cy="383416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FontTx/>
              <a:buNone/>
              <a:defRPr sz="1800" b="0" i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Tahoma" charset="0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101115631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hyperlink" Target="00%20main%20menu.ppt" TargetMode="Externa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3963" r:id="rId2"/>
    <p:sldLayoutId id="2147483964" r:id="rId3"/>
    <p:sldLayoutId id="2147483965" r:id="rId4"/>
    <p:sldLayoutId id="2147483966" r:id="rId5"/>
    <p:sldLayoutId id="2147483967" r:id="rId6"/>
    <p:sldLayoutId id="2147483968" r:id="rId7"/>
    <p:sldLayoutId id="2147483969" r:id="rId8"/>
    <p:sldLayoutId id="2147483970" r:id="rId9"/>
    <p:sldLayoutId id="2147483971" r:id="rId10"/>
    <p:sldLayoutId id="2147483972" r:id="rId11"/>
    <p:sldLayoutId id="2147483973" r:id="rId12"/>
    <p:sldLayoutId id="2147483974" r:id="rId13"/>
    <p:sldLayoutId id="2147483975" r:id="rId14"/>
  </p:sldLayoutIdLst>
  <p:transition spd="slow">
    <p:fade/>
  </p:transition>
  <p:txStyles>
    <p:titleStyle>
      <a:lvl1pPr algn="ctr" defTabSz="606410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606410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606410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606410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606410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609539" algn="ctr" defTabSz="609539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1219080" algn="ctr" defTabSz="609539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828618" algn="ctr" defTabSz="609539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2438158" algn="ctr" defTabSz="609539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454014" indent="-454014" algn="l" defTabSz="60641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4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987401" indent="-377816" algn="l" defTabSz="60641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37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520787" indent="-301618" algn="l" defTabSz="60641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2130372" indent="-301618" algn="l" defTabSz="60641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739957" indent="-301618" algn="l" defTabSz="60641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3352464" indent="-304768" algn="l" defTabSz="609539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005" indent="-304768" algn="l" defTabSz="609539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544" indent="-304768" algn="l" defTabSz="609539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082" indent="-304768" algn="l" defTabSz="609539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39" algn="l" defTabSz="6095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0" algn="l" defTabSz="6095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18" algn="l" defTabSz="6095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158" algn="l" defTabSz="6095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96" algn="l" defTabSz="6095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235" algn="l" defTabSz="6095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773" algn="l" defTabSz="6095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313" algn="l" defTabSz="6095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0825" y="141687"/>
            <a:ext cx="8713788" cy="70127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684215" y="4354116"/>
            <a:ext cx="7775575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endParaRPr lang="en-US" sz="1350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58777" y="897733"/>
            <a:ext cx="8605838" cy="3502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Oval 4">
            <a:hlinkClick r:id="rId3" action="ppaction://hlinkpres?slideindex=1&amp;slidetitle="/>
          </p:cNvPr>
          <p:cNvSpPr>
            <a:spLocks noChangeArrowheads="1"/>
          </p:cNvSpPr>
          <p:nvPr/>
        </p:nvSpPr>
        <p:spPr bwMode="auto">
          <a:xfrm>
            <a:off x="8072439" y="4339828"/>
            <a:ext cx="1071562" cy="803672"/>
          </a:xfrm>
          <a:prstGeom prst="ellipse">
            <a:avLst/>
          </a:prstGeom>
          <a:solidFill>
            <a:srgbClr val="33CC33"/>
          </a:solidFill>
          <a:ln w="12700">
            <a:noFill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en-US" sz="1013">
              <a:latin typeface="Comic Sans MS" pitchFamily="66" charset="0"/>
            </a:endParaRPr>
          </a:p>
        </p:txBody>
      </p:sp>
      <p:sp>
        <p:nvSpPr>
          <p:cNvPr id="7" name="Oval 5"/>
          <p:cNvSpPr>
            <a:spLocks noChangeArrowheads="1"/>
          </p:cNvSpPr>
          <p:nvPr/>
        </p:nvSpPr>
        <p:spPr bwMode="auto">
          <a:xfrm>
            <a:off x="8156575" y="4404122"/>
            <a:ext cx="895350" cy="676275"/>
          </a:xfrm>
          <a:prstGeom prst="ellipse">
            <a:avLst/>
          </a:prstGeom>
          <a:solidFill>
            <a:schemeClr val="accent2"/>
          </a:solidFill>
          <a:ln w="12700">
            <a:noFill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en-US" sz="1013" b="1">
              <a:latin typeface="Comic Sans MS" pitchFamily="66" charset="0"/>
            </a:endParaRPr>
          </a:p>
        </p:txBody>
      </p:sp>
      <p:sp>
        <p:nvSpPr>
          <p:cNvPr id="8" name="Oval 6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8243889" y="4469606"/>
            <a:ext cx="728662" cy="547688"/>
          </a:xfrm>
          <a:prstGeom prst="ellipse">
            <a:avLst/>
          </a:prstGeom>
          <a:gradFill rotWithShape="0">
            <a:gsLst>
              <a:gs pos="0">
                <a:srgbClr val="47B2B2"/>
              </a:gs>
              <a:gs pos="100000">
                <a:srgbClr val="66FFFF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en-US" sz="1013">
              <a:latin typeface="Comic Sans MS" pitchFamily="66" charset="0"/>
            </a:endParaRPr>
          </a:p>
        </p:txBody>
      </p:sp>
      <p:sp>
        <p:nvSpPr>
          <p:cNvPr id="9" name="Oval 7"/>
          <p:cNvSpPr>
            <a:spLocks noChangeArrowheads="1"/>
          </p:cNvSpPr>
          <p:nvPr/>
        </p:nvSpPr>
        <p:spPr bwMode="auto">
          <a:xfrm>
            <a:off x="8332790" y="4537472"/>
            <a:ext cx="568325" cy="433388"/>
          </a:xfrm>
          <a:prstGeom prst="ellipse">
            <a:avLst/>
          </a:prstGeom>
          <a:solidFill>
            <a:srgbClr val="FF99FF"/>
          </a:solidFill>
          <a:ln w="50800">
            <a:noFill/>
            <a:round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en-US" sz="1013">
              <a:latin typeface="Comic Sans MS" pitchFamily="66" charset="0"/>
            </a:endParaRPr>
          </a:p>
        </p:txBody>
      </p:sp>
      <p:sp>
        <p:nvSpPr>
          <p:cNvPr id="10" name="Oval 8"/>
          <p:cNvSpPr>
            <a:spLocks noChangeArrowheads="1"/>
          </p:cNvSpPr>
          <p:nvPr/>
        </p:nvSpPr>
        <p:spPr bwMode="auto">
          <a:xfrm>
            <a:off x="8421690" y="4604147"/>
            <a:ext cx="403225" cy="308372"/>
          </a:xfrm>
          <a:prstGeom prst="ellipse">
            <a:avLst/>
          </a:prstGeom>
          <a:solidFill>
            <a:srgbClr val="FF3300"/>
          </a:solidFill>
          <a:ln w="50800">
            <a:noFill/>
            <a:round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en-US" sz="1013">
              <a:latin typeface="Comic Sans MS" pitchFamily="66" charset="0"/>
            </a:endParaRPr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8505827" y="4666063"/>
            <a:ext cx="231775" cy="172640"/>
          </a:xfrm>
          <a:prstGeom prst="ellipse">
            <a:avLst/>
          </a:prstGeom>
          <a:solidFill>
            <a:srgbClr val="FFFF66"/>
          </a:solidFill>
          <a:ln w="50800">
            <a:noFill/>
            <a:round/>
            <a:headEnd/>
            <a:tailEnd/>
          </a:ln>
        </p:spPr>
        <p:txBody>
          <a:bodyPr wrap="none" lIns="51792" tIns="25897" rIns="51792" bIns="25897" anchor="ctr"/>
          <a:lstStyle/>
          <a:p>
            <a:pPr algn="ctr" eaLnBrk="0" hangingPunct="0">
              <a:defRPr/>
            </a:pPr>
            <a:endParaRPr lang="en-US" sz="1575" b="1" dirty="0">
              <a:latin typeface="Comic Sans MS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00440" y="4912520"/>
            <a:ext cx="2643187" cy="21358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788" b="1" dirty="0">
                <a:solidFill>
                  <a:srgbClr val="FF0000"/>
                </a:solidFill>
                <a:latin typeface="+mj-lt"/>
              </a:rPr>
              <a:t>http://phil-race.co.uk</a:t>
            </a:r>
          </a:p>
        </p:txBody>
      </p:sp>
    </p:spTree>
    <p:extLst>
      <p:ext uri="{BB962C8B-B14F-4D97-AF65-F5344CB8AC3E}">
        <p14:creationId xmlns:p14="http://schemas.microsoft.com/office/powerpoint/2010/main" val="1018800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9" r:id="rId1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7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3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3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3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3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3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txStyles>
    <p:titleStyle>
      <a:lvl1pPr algn="ctr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250">
          <a:solidFill>
            <a:srgbClr val="008000"/>
          </a:solidFill>
          <a:latin typeface="+mj-lt"/>
          <a:ea typeface="+mj-ea"/>
          <a:cs typeface="+mj-cs"/>
        </a:defRPr>
      </a:lvl1pPr>
      <a:lvl2pPr algn="ctr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250">
          <a:solidFill>
            <a:srgbClr val="008000"/>
          </a:solidFill>
          <a:latin typeface="Arial Rounded MT Bold" pitchFamily="34" charset="0"/>
        </a:defRPr>
      </a:lvl2pPr>
      <a:lvl3pPr algn="ctr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250">
          <a:solidFill>
            <a:srgbClr val="008000"/>
          </a:solidFill>
          <a:latin typeface="Arial Rounded MT Bold" pitchFamily="34" charset="0"/>
        </a:defRPr>
      </a:lvl3pPr>
      <a:lvl4pPr algn="ctr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250">
          <a:solidFill>
            <a:srgbClr val="008000"/>
          </a:solidFill>
          <a:latin typeface="Arial Rounded MT Bold" pitchFamily="34" charset="0"/>
        </a:defRPr>
      </a:lvl4pPr>
      <a:lvl5pPr algn="ctr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250">
          <a:solidFill>
            <a:srgbClr val="008000"/>
          </a:solidFill>
          <a:latin typeface="Arial Rounded MT Bold" pitchFamily="34" charset="0"/>
        </a:defRPr>
      </a:lvl5pPr>
      <a:lvl6pPr marL="257175" algn="ctr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250">
          <a:solidFill>
            <a:srgbClr val="008000"/>
          </a:solidFill>
          <a:latin typeface="Arial Rounded MT Bold" pitchFamily="34" charset="0"/>
        </a:defRPr>
      </a:lvl6pPr>
      <a:lvl7pPr marL="514350" algn="ctr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250">
          <a:solidFill>
            <a:srgbClr val="008000"/>
          </a:solidFill>
          <a:latin typeface="Arial Rounded MT Bold" pitchFamily="34" charset="0"/>
        </a:defRPr>
      </a:lvl7pPr>
      <a:lvl8pPr marL="771525" algn="ctr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250">
          <a:solidFill>
            <a:srgbClr val="008000"/>
          </a:solidFill>
          <a:latin typeface="Arial Rounded MT Bold" pitchFamily="34" charset="0"/>
        </a:defRPr>
      </a:lvl8pPr>
      <a:lvl9pPr marL="1028700" algn="ctr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250">
          <a:solidFill>
            <a:srgbClr val="008000"/>
          </a:solidFill>
          <a:latin typeface="Arial Rounded MT Bold" pitchFamily="34" charset="0"/>
        </a:defRPr>
      </a:lvl9pPr>
    </p:titleStyle>
    <p:bodyStyle>
      <a:lvl1pPr marL="300038" indent="-300038" algn="l" rtl="0" eaLnBrk="1" fontAlgn="base" hangingPunct="1">
        <a:lnSpc>
          <a:spcPct val="90000"/>
        </a:lnSpc>
        <a:spcBef>
          <a:spcPct val="35000"/>
        </a:spcBef>
        <a:spcAft>
          <a:spcPct val="0"/>
        </a:spcAft>
        <a:buClr>
          <a:srgbClr val="009900"/>
        </a:buClr>
        <a:buFont typeface="Wingdings" pitchFamily="2" charset="2"/>
        <a:buChar char="v"/>
        <a:defRPr sz="1800" b="1">
          <a:solidFill>
            <a:srgbClr val="660066"/>
          </a:solidFill>
          <a:latin typeface="+mn-lt"/>
          <a:ea typeface="+mn-ea"/>
          <a:cs typeface="+mn-cs"/>
        </a:defRPr>
      </a:lvl1pPr>
      <a:lvl2pPr marL="561678" indent="-160735" algn="l" rtl="0" eaLnBrk="1" fontAlgn="base" hangingPunct="1">
        <a:lnSpc>
          <a:spcPct val="90000"/>
        </a:lnSpc>
        <a:spcBef>
          <a:spcPct val="35000"/>
        </a:spcBef>
        <a:spcAft>
          <a:spcPct val="0"/>
        </a:spcAft>
        <a:buClr>
          <a:srgbClr val="009900"/>
        </a:buClr>
        <a:buFont typeface="Wingdings" pitchFamily="2" charset="2"/>
        <a:buChar char="v"/>
        <a:defRPr sz="1575" b="1">
          <a:solidFill>
            <a:srgbClr val="660066"/>
          </a:solidFill>
          <a:latin typeface="+mn-lt"/>
        </a:defRPr>
      </a:lvl2pPr>
      <a:lvl3pPr marL="791171" indent="-128588" algn="l" rtl="0" eaLnBrk="1" fontAlgn="base" hangingPunct="1">
        <a:lnSpc>
          <a:spcPct val="90000"/>
        </a:lnSpc>
        <a:spcBef>
          <a:spcPct val="35000"/>
        </a:spcBef>
        <a:spcAft>
          <a:spcPct val="0"/>
        </a:spcAft>
        <a:buClr>
          <a:srgbClr val="009900"/>
        </a:buClr>
        <a:buFont typeface="Wingdings" pitchFamily="2" charset="2"/>
        <a:buChar char="v"/>
        <a:defRPr sz="1350" b="1">
          <a:solidFill>
            <a:srgbClr val="660066"/>
          </a:solidFill>
          <a:latin typeface="+mn-lt"/>
        </a:defRPr>
      </a:lvl3pPr>
      <a:lvl4pPr marL="1020664" indent="-128588" algn="l" rtl="0" eaLnBrk="1" fontAlgn="base" hangingPunct="1">
        <a:lnSpc>
          <a:spcPct val="90000"/>
        </a:lnSpc>
        <a:spcBef>
          <a:spcPct val="35000"/>
        </a:spcBef>
        <a:spcAft>
          <a:spcPct val="0"/>
        </a:spcAft>
        <a:buClr>
          <a:srgbClr val="009900"/>
        </a:buClr>
        <a:buFont typeface="Wingdings" pitchFamily="2" charset="2"/>
        <a:buChar char="v"/>
        <a:defRPr sz="1125" b="1">
          <a:solidFill>
            <a:srgbClr val="660066"/>
          </a:solidFill>
          <a:latin typeface="+mn-lt"/>
        </a:defRPr>
      </a:lvl4pPr>
      <a:lvl5pPr marL="1250156" indent="-128588" algn="l" rtl="0" eaLnBrk="1" fontAlgn="base" hangingPunct="1">
        <a:lnSpc>
          <a:spcPct val="90000"/>
        </a:lnSpc>
        <a:spcBef>
          <a:spcPct val="35000"/>
        </a:spcBef>
        <a:spcAft>
          <a:spcPct val="0"/>
        </a:spcAft>
        <a:buClr>
          <a:srgbClr val="009900"/>
        </a:buClr>
        <a:buFont typeface="Wingdings" pitchFamily="2" charset="2"/>
        <a:buChar char="v"/>
        <a:defRPr sz="1125" b="1">
          <a:solidFill>
            <a:srgbClr val="660066"/>
          </a:solidFill>
          <a:latin typeface="+mn-lt"/>
        </a:defRPr>
      </a:lvl5pPr>
      <a:lvl6pPr marL="1507331" indent="-128588" algn="l" rtl="0" eaLnBrk="1" fontAlgn="base" hangingPunct="1">
        <a:lnSpc>
          <a:spcPct val="90000"/>
        </a:lnSpc>
        <a:spcBef>
          <a:spcPct val="35000"/>
        </a:spcBef>
        <a:spcAft>
          <a:spcPct val="0"/>
        </a:spcAft>
        <a:buClr>
          <a:srgbClr val="009900"/>
        </a:buClr>
        <a:buFont typeface="Wingdings" pitchFamily="2" charset="2"/>
        <a:buChar char="v"/>
        <a:defRPr sz="1125" b="1">
          <a:solidFill>
            <a:srgbClr val="660066"/>
          </a:solidFill>
          <a:latin typeface="+mn-lt"/>
        </a:defRPr>
      </a:lvl6pPr>
      <a:lvl7pPr marL="1764506" indent="-128588" algn="l" rtl="0" eaLnBrk="1" fontAlgn="base" hangingPunct="1">
        <a:lnSpc>
          <a:spcPct val="90000"/>
        </a:lnSpc>
        <a:spcBef>
          <a:spcPct val="35000"/>
        </a:spcBef>
        <a:spcAft>
          <a:spcPct val="0"/>
        </a:spcAft>
        <a:buClr>
          <a:srgbClr val="009900"/>
        </a:buClr>
        <a:buFont typeface="Wingdings" pitchFamily="2" charset="2"/>
        <a:buChar char="v"/>
        <a:defRPr sz="1125" b="1">
          <a:solidFill>
            <a:srgbClr val="660066"/>
          </a:solidFill>
          <a:latin typeface="+mn-lt"/>
        </a:defRPr>
      </a:lvl7pPr>
      <a:lvl8pPr marL="2021681" indent="-128588" algn="l" rtl="0" eaLnBrk="1" fontAlgn="base" hangingPunct="1">
        <a:lnSpc>
          <a:spcPct val="90000"/>
        </a:lnSpc>
        <a:spcBef>
          <a:spcPct val="35000"/>
        </a:spcBef>
        <a:spcAft>
          <a:spcPct val="0"/>
        </a:spcAft>
        <a:buClr>
          <a:srgbClr val="009900"/>
        </a:buClr>
        <a:buFont typeface="Wingdings" pitchFamily="2" charset="2"/>
        <a:buChar char="v"/>
        <a:defRPr sz="1125" b="1">
          <a:solidFill>
            <a:srgbClr val="660066"/>
          </a:solidFill>
          <a:latin typeface="+mn-lt"/>
        </a:defRPr>
      </a:lvl8pPr>
      <a:lvl9pPr marL="2278856" indent="-128588" algn="l" rtl="0" eaLnBrk="1" fontAlgn="base" hangingPunct="1">
        <a:lnSpc>
          <a:spcPct val="90000"/>
        </a:lnSpc>
        <a:spcBef>
          <a:spcPct val="35000"/>
        </a:spcBef>
        <a:spcAft>
          <a:spcPct val="0"/>
        </a:spcAft>
        <a:buClr>
          <a:srgbClr val="009900"/>
        </a:buClr>
        <a:buFont typeface="Wingdings" pitchFamily="2" charset="2"/>
        <a:buChar char="v"/>
        <a:defRPr sz="1125" b="1">
          <a:solidFill>
            <a:srgbClr val="660066"/>
          </a:solidFill>
          <a:latin typeface="+mn-lt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2254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3" r:id="rId1"/>
    <p:sldLayoutId id="2147483984" r:id="rId2"/>
    <p:sldLayoutId id="2147483985" r:id="rId3"/>
    <p:sldLayoutId id="2147483986" r:id="rId4"/>
    <p:sldLayoutId id="2147483987" r:id="rId5"/>
    <p:sldLayoutId id="2147483988" r:id="rId6"/>
    <p:sldLayoutId id="2147483989" r:id="rId7"/>
    <p:sldLayoutId id="2147483990" r:id="rId8"/>
    <p:sldLayoutId id="2147483991" r:id="rId9"/>
    <p:sldLayoutId id="2147483992" r:id="rId10"/>
  </p:sldLayoutIdLst>
  <p:transition spd="slow">
    <p:fade/>
  </p:transition>
  <p:txStyles>
    <p:titleStyle>
      <a:lvl1pPr algn="ctr" defTabSz="454819" rtl="0" eaLnBrk="0" fontAlgn="base" hangingPunct="0">
        <a:spcBef>
          <a:spcPct val="0"/>
        </a:spcBef>
        <a:spcAft>
          <a:spcPct val="0"/>
        </a:spcAft>
        <a:defRPr sz="4350" b="0" i="0" u="none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454819" rtl="0" eaLnBrk="0" fontAlgn="base" hangingPunct="0">
        <a:spcBef>
          <a:spcPct val="0"/>
        </a:spcBef>
        <a:spcAft>
          <a:spcPct val="0"/>
        </a:spcAft>
        <a:defRPr sz="435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4819" rtl="0" eaLnBrk="0" fontAlgn="base" hangingPunct="0">
        <a:spcBef>
          <a:spcPct val="0"/>
        </a:spcBef>
        <a:spcAft>
          <a:spcPct val="0"/>
        </a:spcAft>
        <a:defRPr sz="435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4819" rtl="0" eaLnBrk="0" fontAlgn="base" hangingPunct="0">
        <a:spcBef>
          <a:spcPct val="0"/>
        </a:spcBef>
        <a:spcAft>
          <a:spcPct val="0"/>
        </a:spcAft>
        <a:defRPr sz="435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4819" rtl="0" eaLnBrk="0" fontAlgn="base" hangingPunct="0">
        <a:spcBef>
          <a:spcPct val="0"/>
        </a:spcBef>
        <a:spcAft>
          <a:spcPct val="0"/>
        </a:spcAft>
        <a:defRPr sz="435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166" algn="ctr" defTabSz="457166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333" algn="ctr" defTabSz="457166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498" algn="ctr" defTabSz="457166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664" algn="ctr" defTabSz="457166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0519" indent="-340519" algn="l" defTabSz="454819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15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0569" indent="-283369" algn="l" defTabSz="454819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775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0619" indent="-226219" algn="l" defTabSz="454819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597819" indent="-226219" algn="l" defTabSz="454819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95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5019" indent="-226219" algn="l" defTabSz="454819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95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411" indent="-228582" algn="l" defTabSz="457166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2" algn="l" defTabSz="457166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2" algn="l" defTabSz="457166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09" indent="-228582" algn="l" defTabSz="457166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4571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4571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4571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4571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29" algn="l" defTabSz="4571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5" algn="l" defTabSz="4571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4571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4571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photos/group-of-people-with-laptops-Hh-PIe3qIug?utm_source=unsplash&amp;utm_medium=referral&amp;utm_content=creditCopyText" TargetMode="External"/><Relationship Id="rId2" Type="http://schemas.openxmlformats.org/officeDocument/2006/relationships/hyperlink" Target="https://unsplash.com/@vantaymedia?utm_source=unsplash&amp;utm_medium=referral&amp;utm_content=creditCopyText" TargetMode="Externa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../../../../Phil%20Race/Desktop/brunel%20pieces%203/Choices&#8230;.pp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ext Placeholder 1"/>
          <p:cNvSpPr>
            <a:spLocks noGrp="1"/>
          </p:cNvSpPr>
          <p:nvPr>
            <p:ph type="body" sz="quarter" idx="14"/>
          </p:nvPr>
        </p:nvSpPr>
        <p:spPr bwMode="auto">
          <a:xfrm>
            <a:off x="1622739" y="1380448"/>
            <a:ext cx="7476186" cy="299150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algn="ctr" eaLnBrk="1" hangingPunct="1">
              <a:spcBef>
                <a:spcPct val="0"/>
              </a:spcBef>
            </a:pPr>
            <a:r>
              <a:rPr lang="en-GB" altLang="en-US" sz="2800" dirty="0">
                <a:solidFill>
                  <a:srgbClr val="FFFF00"/>
                </a:solidFill>
                <a:ea typeface="ＭＳ Ｐゴシック" charset="-128"/>
              </a:rPr>
              <a:t>MODULE LAUNCH</a:t>
            </a:r>
          </a:p>
          <a:p>
            <a:pPr algn="ctr" eaLnBrk="1" hangingPunct="1">
              <a:spcBef>
                <a:spcPct val="0"/>
              </a:spcBef>
            </a:pPr>
            <a:endParaRPr lang="en-GB" altLang="en-US" sz="2800" dirty="0">
              <a:solidFill>
                <a:srgbClr val="FFFF00"/>
              </a:solidFill>
              <a:ea typeface="ＭＳ Ｐゴシック" charset="-128"/>
            </a:endParaRPr>
          </a:p>
          <a:p>
            <a:pPr algn="ctr" eaLnBrk="1" hangingPunct="1">
              <a:lnSpc>
                <a:spcPts val="2600"/>
              </a:lnSpc>
              <a:spcBef>
                <a:spcPct val="0"/>
              </a:spcBef>
            </a:pPr>
            <a:r>
              <a:rPr lang="en-GB" altLang="en-US" sz="2000" dirty="0">
                <a:ea typeface="ＭＳ Ｐゴシック" charset="-128"/>
              </a:rPr>
              <a:t>Exercise Prescription for Special Populations </a:t>
            </a:r>
          </a:p>
          <a:p>
            <a:pPr algn="ctr" eaLnBrk="1" hangingPunct="1">
              <a:lnSpc>
                <a:spcPts val="2600"/>
              </a:lnSpc>
              <a:spcBef>
                <a:spcPct val="0"/>
              </a:spcBef>
            </a:pPr>
            <a:r>
              <a:rPr lang="en-GB" sz="2000" dirty="0"/>
              <a:t>UZYKG9-15-3</a:t>
            </a:r>
            <a:endParaRPr lang="en-GB" altLang="en-US" sz="2000" dirty="0">
              <a:ea typeface="ＭＳ Ｐゴシック" charset="-128"/>
            </a:endParaRPr>
          </a:p>
        </p:txBody>
      </p:sp>
      <p:sp>
        <p:nvSpPr>
          <p:cNvPr id="13314" name="Text Placeholder 2"/>
          <p:cNvSpPr>
            <a:spLocks noGrp="1"/>
          </p:cNvSpPr>
          <p:nvPr>
            <p:ph type="body" sz="quarter" idx="1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GB" altLang="en-US" dirty="0">
                <a:ea typeface="ＭＳ Ｐゴシック" charset="-128"/>
              </a:rPr>
              <a:t>Presentation by</a:t>
            </a:r>
          </a:p>
          <a:p>
            <a:pPr>
              <a:spcBef>
                <a:spcPct val="0"/>
              </a:spcBef>
            </a:pPr>
            <a:endParaRPr lang="en-US" altLang="en-US" dirty="0">
              <a:ea typeface="ＭＳ Ｐゴシック" charset="-128"/>
            </a:endParaRPr>
          </a:p>
        </p:txBody>
      </p:sp>
      <p:sp>
        <p:nvSpPr>
          <p:cNvPr id="13315" name="Text Placeholder 3"/>
          <p:cNvSpPr>
            <a:spLocks noGrp="1"/>
          </p:cNvSpPr>
          <p:nvPr>
            <p:ph type="body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en-US" dirty="0">
                <a:ea typeface="ＭＳ Ｐゴシック"/>
              </a:rPr>
              <a:t>Dr Rob Grieve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Placeholder 3"/>
          <p:cNvSpPr>
            <a:spLocks noGrp="1"/>
          </p:cNvSpPr>
          <p:nvPr>
            <p:ph type="body" sz="quarter" idx="10"/>
          </p:nvPr>
        </p:nvSpPr>
        <p:spPr bwMode="auto">
          <a:xfrm>
            <a:off x="1385647" y="517275"/>
            <a:ext cx="6372707" cy="48830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ea typeface="ＭＳ Ｐゴシック"/>
              </a:rPr>
              <a:t>Main Aims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770022" y="1278169"/>
            <a:ext cx="6988332" cy="2702565"/>
          </a:xfrm>
        </p:spPr>
        <p:txBody>
          <a:bodyPr lIns="68580" tIns="34290" rIns="68580" bIns="34290" anchor="t"/>
          <a:lstStyle/>
          <a:p>
            <a:pPr marL="0" indent="0">
              <a:buNone/>
            </a:pPr>
            <a:r>
              <a:rPr lang="en-US" altLang="en-US" sz="2000" b="1" dirty="0"/>
              <a:t>The aims of this module launch are:</a:t>
            </a:r>
          </a:p>
          <a:p>
            <a:pPr marL="0" indent="0">
              <a:buNone/>
            </a:pPr>
            <a:endParaRPr lang="en-US" altLang="en-US" sz="1350" dirty="0"/>
          </a:p>
          <a:p>
            <a:pPr marL="214313" marR="0" lvl="0" indent="-214313" algn="l" defTabSz="60641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Provide an overview of the content and purpose of the module.</a:t>
            </a:r>
          </a:p>
          <a:p>
            <a:pPr marL="214313" marR="0" lvl="0" indent="-214313" algn="l" defTabSz="60641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Explain how the module content is split across the two courses.</a:t>
            </a:r>
          </a:p>
          <a:p>
            <a:pPr marL="214313" marR="0" lvl="0" indent="-214313" algn="l" defTabSz="60641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2000" dirty="0">
                <a:solidFill>
                  <a:srgbClr val="0070C0"/>
                </a:solidFill>
              </a:rPr>
              <a:t>Overview of teaching timetable between Wednesday 25</a:t>
            </a:r>
            <a:r>
              <a:rPr lang="en-GB" sz="2000" baseline="30000" dirty="0">
                <a:solidFill>
                  <a:srgbClr val="0070C0"/>
                </a:solidFill>
              </a:rPr>
              <a:t>th</a:t>
            </a:r>
            <a:r>
              <a:rPr lang="en-GB" sz="2000" dirty="0">
                <a:solidFill>
                  <a:srgbClr val="0070C0"/>
                </a:solidFill>
              </a:rPr>
              <a:t> to Wednesday 1</a:t>
            </a:r>
            <a:r>
              <a:rPr lang="en-GB" sz="2000" baseline="30000" dirty="0">
                <a:solidFill>
                  <a:srgbClr val="0070C0"/>
                </a:solidFill>
              </a:rPr>
              <a:t>st</a:t>
            </a:r>
            <a:r>
              <a:rPr lang="en-GB" sz="2000" dirty="0">
                <a:solidFill>
                  <a:srgbClr val="0070C0"/>
                </a:solidFill>
              </a:rPr>
              <a:t> April 2026.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</a:endParaRPr>
          </a:p>
          <a:p>
            <a:pPr marL="214313" marR="0" lvl="0" indent="-214313" algn="l" defTabSz="60641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Outline the module assessment.</a:t>
            </a:r>
          </a:p>
          <a:p>
            <a:pPr marL="0" indent="0">
              <a:buNone/>
            </a:pPr>
            <a:endParaRPr lang="en-US" altLang="en-US" sz="1350" dirty="0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79928" y="697943"/>
            <a:ext cx="8452346" cy="476000"/>
          </a:xfrm>
        </p:spPr>
        <p:txBody>
          <a:bodyPr/>
          <a:lstStyle/>
          <a:p>
            <a:pPr algn="ctr"/>
            <a:r>
              <a:rPr lang="en-GB" sz="3600" dirty="0"/>
              <a:t>Progression of Exercise Prescription</a:t>
            </a:r>
          </a:p>
          <a:p>
            <a:endParaRPr lang="en-GB" sz="3600" dirty="0"/>
          </a:p>
        </p:txBody>
      </p:sp>
      <p:sp>
        <p:nvSpPr>
          <p:cNvPr id="6" name="Freeform 5"/>
          <p:cNvSpPr/>
          <p:nvPr/>
        </p:nvSpPr>
        <p:spPr>
          <a:xfrm rot="16200000">
            <a:off x="1229591" y="1440263"/>
            <a:ext cx="1197100" cy="2451961"/>
          </a:xfrm>
          <a:custGeom>
            <a:avLst/>
            <a:gdLst>
              <a:gd name="connsiteX0" fmla="*/ 0 w 1985367"/>
              <a:gd name="connsiteY0" fmla="*/ 75608 h 1512168"/>
              <a:gd name="connsiteX1" fmla="*/ 75608 w 1985367"/>
              <a:gd name="connsiteY1" fmla="*/ 0 h 1512168"/>
              <a:gd name="connsiteX2" fmla="*/ 1909759 w 1985367"/>
              <a:gd name="connsiteY2" fmla="*/ 0 h 1512168"/>
              <a:gd name="connsiteX3" fmla="*/ 1985367 w 1985367"/>
              <a:gd name="connsiteY3" fmla="*/ 75608 h 1512168"/>
              <a:gd name="connsiteX4" fmla="*/ 1985367 w 1985367"/>
              <a:gd name="connsiteY4" fmla="*/ 1436560 h 1512168"/>
              <a:gd name="connsiteX5" fmla="*/ 1909759 w 1985367"/>
              <a:gd name="connsiteY5" fmla="*/ 1512168 h 1512168"/>
              <a:gd name="connsiteX6" fmla="*/ 75608 w 1985367"/>
              <a:gd name="connsiteY6" fmla="*/ 1512168 h 1512168"/>
              <a:gd name="connsiteX7" fmla="*/ 0 w 1985367"/>
              <a:gd name="connsiteY7" fmla="*/ 1436560 h 1512168"/>
              <a:gd name="connsiteX8" fmla="*/ 0 w 1985367"/>
              <a:gd name="connsiteY8" fmla="*/ 75608 h 1512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85367" h="1512168">
                <a:moveTo>
                  <a:pt x="1886099" y="0"/>
                </a:moveTo>
                <a:cubicBezTo>
                  <a:pt x="1940922" y="0"/>
                  <a:pt x="1985366" y="25783"/>
                  <a:pt x="1985366" y="57588"/>
                </a:cubicBezTo>
                <a:lnTo>
                  <a:pt x="1985366" y="1454580"/>
                </a:lnTo>
                <a:cubicBezTo>
                  <a:pt x="1985366" y="1486385"/>
                  <a:pt x="1940922" y="1512168"/>
                  <a:pt x="1886099" y="1512168"/>
                </a:cubicBezTo>
                <a:lnTo>
                  <a:pt x="99268" y="1512168"/>
                </a:lnTo>
                <a:cubicBezTo>
                  <a:pt x="44445" y="1512168"/>
                  <a:pt x="1" y="1486385"/>
                  <a:pt x="1" y="1454580"/>
                </a:cubicBezTo>
                <a:lnTo>
                  <a:pt x="1" y="57588"/>
                </a:lnTo>
                <a:cubicBezTo>
                  <a:pt x="1" y="25783"/>
                  <a:pt x="44445" y="0"/>
                  <a:pt x="99268" y="0"/>
                </a:cubicBezTo>
                <a:lnTo>
                  <a:pt x="1886099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2191" tIns="75439" rIns="97790" bIns="1588293" numCol="1" spcCol="1270" anchor="t" anchorCtr="0">
            <a:noAutofit/>
          </a:bodyPr>
          <a:lstStyle/>
          <a:p>
            <a:pPr lvl="0" algn="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kern="1200" dirty="0"/>
              <a:t>Level 2</a:t>
            </a:r>
          </a:p>
        </p:txBody>
      </p:sp>
      <p:sp>
        <p:nvSpPr>
          <p:cNvPr id="7" name="Freeform 6"/>
          <p:cNvSpPr/>
          <p:nvPr/>
        </p:nvSpPr>
        <p:spPr>
          <a:xfrm>
            <a:off x="1291357" y="2067695"/>
            <a:ext cx="1590535" cy="1512168"/>
          </a:xfrm>
          <a:custGeom>
            <a:avLst/>
            <a:gdLst>
              <a:gd name="connsiteX0" fmla="*/ 0 w 1479098"/>
              <a:gd name="connsiteY0" fmla="*/ 0 h 1512168"/>
              <a:gd name="connsiteX1" fmla="*/ 1479098 w 1479098"/>
              <a:gd name="connsiteY1" fmla="*/ 0 h 1512168"/>
              <a:gd name="connsiteX2" fmla="*/ 1479098 w 1479098"/>
              <a:gd name="connsiteY2" fmla="*/ 1512168 h 1512168"/>
              <a:gd name="connsiteX3" fmla="*/ 0 w 1479098"/>
              <a:gd name="connsiteY3" fmla="*/ 1512168 h 1512168"/>
              <a:gd name="connsiteX4" fmla="*/ 0 w 1479098"/>
              <a:gd name="connsiteY4" fmla="*/ 0 h 1512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9098" h="1512168">
                <a:moveTo>
                  <a:pt x="0" y="0"/>
                </a:moveTo>
                <a:lnTo>
                  <a:pt x="1479098" y="0"/>
                </a:lnTo>
                <a:lnTo>
                  <a:pt x="1479098" y="1512168"/>
                </a:lnTo>
                <a:lnTo>
                  <a:pt x="0" y="151216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80" rIns="0" bIns="0" numCol="1" spcCol="1270" anchor="t" anchorCtr="0">
            <a:noAutofit/>
          </a:bodyPr>
          <a:lstStyle/>
          <a:p>
            <a:pPr lvl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kern="1200" dirty="0"/>
              <a:t>Foundations of Exercise Prescription</a:t>
            </a:r>
          </a:p>
        </p:txBody>
      </p:sp>
      <p:sp>
        <p:nvSpPr>
          <p:cNvPr id="10" name="Freeform 9"/>
          <p:cNvSpPr/>
          <p:nvPr/>
        </p:nvSpPr>
        <p:spPr>
          <a:xfrm>
            <a:off x="3501027" y="2067695"/>
            <a:ext cx="1590535" cy="1512168"/>
          </a:xfrm>
          <a:custGeom>
            <a:avLst/>
            <a:gdLst>
              <a:gd name="connsiteX0" fmla="*/ 0 w 1479098"/>
              <a:gd name="connsiteY0" fmla="*/ 0 h 1512168"/>
              <a:gd name="connsiteX1" fmla="*/ 1479098 w 1479098"/>
              <a:gd name="connsiteY1" fmla="*/ 0 h 1512168"/>
              <a:gd name="connsiteX2" fmla="*/ 1479098 w 1479098"/>
              <a:gd name="connsiteY2" fmla="*/ 1512168 h 1512168"/>
              <a:gd name="connsiteX3" fmla="*/ 0 w 1479098"/>
              <a:gd name="connsiteY3" fmla="*/ 1512168 h 1512168"/>
              <a:gd name="connsiteX4" fmla="*/ 0 w 1479098"/>
              <a:gd name="connsiteY4" fmla="*/ 0 h 1512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9098" h="1512168">
                <a:moveTo>
                  <a:pt x="0" y="0"/>
                </a:moveTo>
                <a:lnTo>
                  <a:pt x="1479098" y="0"/>
                </a:lnTo>
                <a:lnTo>
                  <a:pt x="1479098" y="1512168"/>
                </a:lnTo>
                <a:lnTo>
                  <a:pt x="0" y="151216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4966938"/>
              <a:satOff val="19906"/>
              <a:lumOff val="4314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80" rIns="0" bIns="0" numCol="1" spcCol="1270" anchor="t" anchorCtr="0">
            <a:noAutofit/>
          </a:bodyPr>
          <a:lstStyle/>
          <a:p>
            <a:pPr lvl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000" kern="1200" dirty="0"/>
          </a:p>
        </p:txBody>
      </p:sp>
      <p:sp>
        <p:nvSpPr>
          <p:cNvPr id="11" name="Freeform 10"/>
          <p:cNvSpPr/>
          <p:nvPr/>
        </p:nvSpPr>
        <p:spPr>
          <a:xfrm rot="16200000">
            <a:off x="5837830" y="1666384"/>
            <a:ext cx="1332329" cy="2134948"/>
          </a:xfrm>
          <a:custGeom>
            <a:avLst/>
            <a:gdLst>
              <a:gd name="connsiteX0" fmla="*/ 0 w 1985367"/>
              <a:gd name="connsiteY0" fmla="*/ 75608 h 1512168"/>
              <a:gd name="connsiteX1" fmla="*/ 75608 w 1985367"/>
              <a:gd name="connsiteY1" fmla="*/ 0 h 1512168"/>
              <a:gd name="connsiteX2" fmla="*/ 1909759 w 1985367"/>
              <a:gd name="connsiteY2" fmla="*/ 0 h 1512168"/>
              <a:gd name="connsiteX3" fmla="*/ 1985367 w 1985367"/>
              <a:gd name="connsiteY3" fmla="*/ 75608 h 1512168"/>
              <a:gd name="connsiteX4" fmla="*/ 1985367 w 1985367"/>
              <a:gd name="connsiteY4" fmla="*/ 1436560 h 1512168"/>
              <a:gd name="connsiteX5" fmla="*/ 1909759 w 1985367"/>
              <a:gd name="connsiteY5" fmla="*/ 1512168 h 1512168"/>
              <a:gd name="connsiteX6" fmla="*/ 75608 w 1985367"/>
              <a:gd name="connsiteY6" fmla="*/ 1512168 h 1512168"/>
              <a:gd name="connsiteX7" fmla="*/ 0 w 1985367"/>
              <a:gd name="connsiteY7" fmla="*/ 1436560 h 1512168"/>
              <a:gd name="connsiteX8" fmla="*/ 0 w 1985367"/>
              <a:gd name="connsiteY8" fmla="*/ 75608 h 1512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85367" h="1512168">
                <a:moveTo>
                  <a:pt x="1886099" y="0"/>
                </a:moveTo>
                <a:cubicBezTo>
                  <a:pt x="1940922" y="0"/>
                  <a:pt x="1985366" y="25783"/>
                  <a:pt x="1985366" y="57588"/>
                </a:cubicBezTo>
                <a:lnTo>
                  <a:pt x="1985366" y="1454580"/>
                </a:lnTo>
                <a:cubicBezTo>
                  <a:pt x="1985366" y="1486385"/>
                  <a:pt x="1940922" y="1512168"/>
                  <a:pt x="1886099" y="1512168"/>
                </a:cubicBezTo>
                <a:lnTo>
                  <a:pt x="99268" y="1512168"/>
                </a:lnTo>
                <a:cubicBezTo>
                  <a:pt x="44445" y="1512168"/>
                  <a:pt x="1" y="1486385"/>
                  <a:pt x="1" y="1454580"/>
                </a:cubicBezTo>
                <a:lnTo>
                  <a:pt x="1" y="57588"/>
                </a:lnTo>
                <a:cubicBezTo>
                  <a:pt x="1" y="25783"/>
                  <a:pt x="44445" y="0"/>
                  <a:pt x="99268" y="0"/>
                </a:cubicBezTo>
                <a:lnTo>
                  <a:pt x="1886099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-9933876"/>
              <a:satOff val="39811"/>
              <a:lumOff val="8628"/>
              <a:alphaOff val="0"/>
            </a:schemeClr>
          </a:fillRef>
          <a:effectRef idx="0">
            <a:schemeClr val="accent5">
              <a:hueOff val="-9933876"/>
              <a:satOff val="39811"/>
              <a:lumOff val="8628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2191" tIns="75439" rIns="97791" bIns="1588294" numCol="1" spcCol="1270" anchor="t" anchorCtr="0">
            <a:noAutofit/>
          </a:bodyPr>
          <a:lstStyle/>
          <a:p>
            <a:pPr lvl="0" algn="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kern="1200"/>
              <a:t>Level 3</a:t>
            </a:r>
          </a:p>
        </p:txBody>
      </p:sp>
      <p:sp>
        <p:nvSpPr>
          <p:cNvPr id="13" name="Freeform 12"/>
          <p:cNvSpPr/>
          <p:nvPr/>
        </p:nvSpPr>
        <p:spPr>
          <a:xfrm>
            <a:off x="5941600" y="2067695"/>
            <a:ext cx="1359632" cy="1428919"/>
          </a:xfrm>
          <a:custGeom>
            <a:avLst/>
            <a:gdLst>
              <a:gd name="connsiteX0" fmla="*/ 0 w 1479098"/>
              <a:gd name="connsiteY0" fmla="*/ 0 h 1512168"/>
              <a:gd name="connsiteX1" fmla="*/ 1479098 w 1479098"/>
              <a:gd name="connsiteY1" fmla="*/ 0 h 1512168"/>
              <a:gd name="connsiteX2" fmla="*/ 1479098 w 1479098"/>
              <a:gd name="connsiteY2" fmla="*/ 1512168 h 1512168"/>
              <a:gd name="connsiteX3" fmla="*/ 0 w 1479098"/>
              <a:gd name="connsiteY3" fmla="*/ 1512168 h 1512168"/>
              <a:gd name="connsiteX4" fmla="*/ 0 w 1479098"/>
              <a:gd name="connsiteY4" fmla="*/ 0 h 1512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9098" h="1512168">
                <a:moveTo>
                  <a:pt x="0" y="0"/>
                </a:moveTo>
                <a:lnTo>
                  <a:pt x="1479098" y="0"/>
                </a:lnTo>
                <a:lnTo>
                  <a:pt x="1479098" y="1512168"/>
                </a:lnTo>
                <a:lnTo>
                  <a:pt x="0" y="151216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9933876"/>
              <a:satOff val="39811"/>
              <a:lumOff val="8628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80" rIns="0" bIns="0" numCol="1" spcCol="1270" anchor="t" anchorCtr="0">
            <a:noAutofit/>
          </a:bodyPr>
          <a:lstStyle/>
          <a:p>
            <a:pPr lvl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kern="1200" dirty="0"/>
              <a:t>Exercise Prescription for Special Populations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BAFDB7-7C07-5B4E-6604-133431636DB4}"/>
              </a:ext>
            </a:extLst>
          </p:cNvPr>
          <p:cNvSpPr txBox="1"/>
          <p:nvPr/>
        </p:nvSpPr>
        <p:spPr>
          <a:xfrm>
            <a:off x="3618450" y="2085114"/>
            <a:ext cx="159053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Applied Athlete Conditioning and Sport Nutrition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7E33D6E3-BD57-A5F6-2E73-6E13A3A3E8A4}"/>
              </a:ext>
            </a:extLst>
          </p:cNvPr>
          <p:cNvSpPr/>
          <p:nvPr/>
        </p:nvSpPr>
        <p:spPr>
          <a:xfrm>
            <a:off x="3716368" y="2491542"/>
            <a:ext cx="978408" cy="48463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083454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F7E5D-D358-6697-75B8-96BB9C816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CC7F812-5AD5-40CA-FFE8-4911DC8B2A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990" y="262666"/>
            <a:ext cx="8452346" cy="476000"/>
          </a:xfrm>
        </p:spPr>
        <p:txBody>
          <a:bodyPr/>
          <a:lstStyle/>
          <a:p>
            <a:r>
              <a:rPr lang="en-GB" sz="3600" dirty="0"/>
              <a:t>This module is made up of two courses…although closely linked!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GB" sz="2800" dirty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2800" i="1" dirty="0">
                <a:solidFill>
                  <a:srgbClr val="FF0000"/>
                </a:solidFill>
              </a:rPr>
              <a:t>Progression from Foundations of Exercise Prescription.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1800" i="1" dirty="0">
                <a:solidFill>
                  <a:srgbClr val="FF0000"/>
                </a:solidFill>
              </a:rPr>
              <a:t>Important to review the previous material covered  and build on it in this module.</a:t>
            </a:r>
          </a:p>
          <a:p>
            <a:endParaRPr lang="en-GB" sz="3600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1A6E89F-45BB-B4D4-3B2D-6668082522A9}"/>
              </a:ext>
            </a:extLst>
          </p:cNvPr>
          <p:cNvSpPr/>
          <p:nvPr/>
        </p:nvSpPr>
        <p:spPr>
          <a:xfrm>
            <a:off x="3501027" y="2067695"/>
            <a:ext cx="1590535" cy="1512168"/>
          </a:xfrm>
          <a:custGeom>
            <a:avLst/>
            <a:gdLst>
              <a:gd name="connsiteX0" fmla="*/ 0 w 1479098"/>
              <a:gd name="connsiteY0" fmla="*/ 0 h 1512168"/>
              <a:gd name="connsiteX1" fmla="*/ 1479098 w 1479098"/>
              <a:gd name="connsiteY1" fmla="*/ 0 h 1512168"/>
              <a:gd name="connsiteX2" fmla="*/ 1479098 w 1479098"/>
              <a:gd name="connsiteY2" fmla="*/ 1512168 h 1512168"/>
              <a:gd name="connsiteX3" fmla="*/ 0 w 1479098"/>
              <a:gd name="connsiteY3" fmla="*/ 1512168 h 1512168"/>
              <a:gd name="connsiteX4" fmla="*/ 0 w 1479098"/>
              <a:gd name="connsiteY4" fmla="*/ 0 h 1512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9098" h="1512168">
                <a:moveTo>
                  <a:pt x="0" y="0"/>
                </a:moveTo>
                <a:lnTo>
                  <a:pt x="1479098" y="0"/>
                </a:lnTo>
                <a:lnTo>
                  <a:pt x="1479098" y="1512168"/>
                </a:lnTo>
                <a:lnTo>
                  <a:pt x="0" y="151216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4966938"/>
              <a:satOff val="19906"/>
              <a:lumOff val="4314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80" rIns="0" bIns="0" numCol="1" spcCol="1270" anchor="t" anchorCtr="0">
            <a:noAutofit/>
          </a:bodyPr>
          <a:lstStyle/>
          <a:p>
            <a:pPr lvl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000" kern="1200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BB5B8EB8-0C21-4D68-91BF-F36F4BE14E8E}"/>
              </a:ext>
            </a:extLst>
          </p:cNvPr>
          <p:cNvSpPr/>
          <p:nvPr/>
        </p:nvSpPr>
        <p:spPr>
          <a:xfrm>
            <a:off x="4237587" y="2846231"/>
            <a:ext cx="3051856" cy="1796601"/>
          </a:xfrm>
          <a:custGeom>
            <a:avLst/>
            <a:gdLst>
              <a:gd name="connsiteX0" fmla="*/ 0 w 1985367"/>
              <a:gd name="connsiteY0" fmla="*/ 75608 h 1512168"/>
              <a:gd name="connsiteX1" fmla="*/ 75608 w 1985367"/>
              <a:gd name="connsiteY1" fmla="*/ 0 h 1512168"/>
              <a:gd name="connsiteX2" fmla="*/ 1909759 w 1985367"/>
              <a:gd name="connsiteY2" fmla="*/ 0 h 1512168"/>
              <a:gd name="connsiteX3" fmla="*/ 1985367 w 1985367"/>
              <a:gd name="connsiteY3" fmla="*/ 75608 h 1512168"/>
              <a:gd name="connsiteX4" fmla="*/ 1985367 w 1985367"/>
              <a:gd name="connsiteY4" fmla="*/ 1436560 h 1512168"/>
              <a:gd name="connsiteX5" fmla="*/ 1909759 w 1985367"/>
              <a:gd name="connsiteY5" fmla="*/ 1512168 h 1512168"/>
              <a:gd name="connsiteX6" fmla="*/ 75608 w 1985367"/>
              <a:gd name="connsiteY6" fmla="*/ 1512168 h 1512168"/>
              <a:gd name="connsiteX7" fmla="*/ 0 w 1985367"/>
              <a:gd name="connsiteY7" fmla="*/ 1436560 h 1512168"/>
              <a:gd name="connsiteX8" fmla="*/ 0 w 1985367"/>
              <a:gd name="connsiteY8" fmla="*/ 75608 h 1512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85367" h="1512168">
                <a:moveTo>
                  <a:pt x="1886099" y="0"/>
                </a:moveTo>
                <a:cubicBezTo>
                  <a:pt x="1940922" y="0"/>
                  <a:pt x="1985366" y="25783"/>
                  <a:pt x="1985366" y="57588"/>
                </a:cubicBezTo>
                <a:lnTo>
                  <a:pt x="1985366" y="1454580"/>
                </a:lnTo>
                <a:cubicBezTo>
                  <a:pt x="1985366" y="1486385"/>
                  <a:pt x="1940922" y="1512168"/>
                  <a:pt x="1886099" y="1512168"/>
                </a:cubicBezTo>
                <a:lnTo>
                  <a:pt x="99268" y="1512168"/>
                </a:lnTo>
                <a:cubicBezTo>
                  <a:pt x="44445" y="1512168"/>
                  <a:pt x="1" y="1486385"/>
                  <a:pt x="1" y="1454580"/>
                </a:cubicBezTo>
                <a:lnTo>
                  <a:pt x="1" y="57588"/>
                </a:lnTo>
                <a:cubicBezTo>
                  <a:pt x="1" y="25783"/>
                  <a:pt x="44445" y="0"/>
                  <a:pt x="99268" y="0"/>
                </a:cubicBezTo>
                <a:lnTo>
                  <a:pt x="1886099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-9933876"/>
              <a:satOff val="39811"/>
              <a:lumOff val="8628"/>
              <a:alphaOff val="0"/>
            </a:schemeClr>
          </a:fillRef>
          <a:effectRef idx="0">
            <a:schemeClr val="accent5">
              <a:hueOff val="-9933876"/>
              <a:satOff val="39811"/>
              <a:lumOff val="8628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2191" tIns="75439" rIns="97791" bIns="1588294" numCol="1" spcCol="1270" anchor="t" anchorCtr="0">
            <a:noAutofit/>
          </a:bodyPr>
          <a:lstStyle/>
          <a:p>
            <a:pPr lvl="0" algn="ctr" defTabSz="606410">
              <a:spcBef>
                <a:spcPts val="0"/>
              </a:spcBef>
              <a:buClr>
                <a:srgbClr val="16818D"/>
              </a:buClr>
            </a:pPr>
            <a:r>
              <a:rPr lang="en-GB" b="1" u="sng" dirty="0">
                <a:solidFill>
                  <a:srgbClr val="F3FA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 2</a:t>
            </a:r>
            <a:endParaRPr lang="en-GB" u="sng" dirty="0">
              <a:solidFill>
                <a:srgbClr val="F3FA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 defTabSz="606410">
              <a:spcBef>
                <a:spcPts val="0"/>
              </a:spcBef>
              <a:buClr>
                <a:srgbClr val="16818D"/>
              </a:buClr>
            </a:pPr>
            <a:r>
              <a:rPr lang="en-GB" b="1" dirty="0">
                <a:solidFill>
                  <a:srgbClr val="F7FC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Benefits, Prescription and Application of Exercise and Physical Activity to Special Populations.</a:t>
            </a:r>
            <a:endParaRPr lang="en-GB" dirty="0">
              <a:solidFill>
                <a:srgbClr val="F7FC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reeform 7">
            <a:extLst>
              <a:ext uri="{FF2B5EF4-FFF2-40B4-BE49-F238E27FC236}">
                <a16:creationId xmlns:a16="http://schemas.microsoft.com/office/drawing/2014/main" id="{FE1830FE-34A8-D346-5C35-CC185F57948A}"/>
              </a:ext>
            </a:extLst>
          </p:cNvPr>
          <p:cNvSpPr/>
          <p:nvPr/>
        </p:nvSpPr>
        <p:spPr>
          <a:xfrm>
            <a:off x="680644" y="2846232"/>
            <a:ext cx="3051856" cy="1796602"/>
          </a:xfrm>
          <a:custGeom>
            <a:avLst/>
            <a:gdLst>
              <a:gd name="connsiteX0" fmla="*/ 0 w 1985367"/>
              <a:gd name="connsiteY0" fmla="*/ 75608 h 1512168"/>
              <a:gd name="connsiteX1" fmla="*/ 75608 w 1985367"/>
              <a:gd name="connsiteY1" fmla="*/ 0 h 1512168"/>
              <a:gd name="connsiteX2" fmla="*/ 1909759 w 1985367"/>
              <a:gd name="connsiteY2" fmla="*/ 0 h 1512168"/>
              <a:gd name="connsiteX3" fmla="*/ 1985367 w 1985367"/>
              <a:gd name="connsiteY3" fmla="*/ 75608 h 1512168"/>
              <a:gd name="connsiteX4" fmla="*/ 1985367 w 1985367"/>
              <a:gd name="connsiteY4" fmla="*/ 1436560 h 1512168"/>
              <a:gd name="connsiteX5" fmla="*/ 1909759 w 1985367"/>
              <a:gd name="connsiteY5" fmla="*/ 1512168 h 1512168"/>
              <a:gd name="connsiteX6" fmla="*/ 75608 w 1985367"/>
              <a:gd name="connsiteY6" fmla="*/ 1512168 h 1512168"/>
              <a:gd name="connsiteX7" fmla="*/ 0 w 1985367"/>
              <a:gd name="connsiteY7" fmla="*/ 1436560 h 1512168"/>
              <a:gd name="connsiteX8" fmla="*/ 0 w 1985367"/>
              <a:gd name="connsiteY8" fmla="*/ 75608 h 1512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85367" h="1512168">
                <a:moveTo>
                  <a:pt x="1886099" y="0"/>
                </a:moveTo>
                <a:cubicBezTo>
                  <a:pt x="1940922" y="0"/>
                  <a:pt x="1985366" y="25783"/>
                  <a:pt x="1985366" y="57588"/>
                </a:cubicBezTo>
                <a:lnTo>
                  <a:pt x="1985366" y="1454580"/>
                </a:lnTo>
                <a:cubicBezTo>
                  <a:pt x="1985366" y="1486385"/>
                  <a:pt x="1940922" y="1512168"/>
                  <a:pt x="1886099" y="1512168"/>
                </a:cubicBezTo>
                <a:lnTo>
                  <a:pt x="99268" y="1512168"/>
                </a:lnTo>
                <a:cubicBezTo>
                  <a:pt x="44445" y="1512168"/>
                  <a:pt x="1" y="1486385"/>
                  <a:pt x="1" y="1454580"/>
                </a:cubicBezTo>
                <a:lnTo>
                  <a:pt x="1" y="57588"/>
                </a:lnTo>
                <a:cubicBezTo>
                  <a:pt x="1" y="25783"/>
                  <a:pt x="44445" y="0"/>
                  <a:pt x="99268" y="0"/>
                </a:cubicBezTo>
                <a:lnTo>
                  <a:pt x="1886099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-4966938"/>
              <a:satOff val="19906"/>
              <a:lumOff val="4314"/>
              <a:alphaOff val="0"/>
            </a:schemeClr>
          </a:fillRef>
          <a:effectRef idx="0">
            <a:schemeClr val="accent5">
              <a:hueOff val="-4966938"/>
              <a:satOff val="19906"/>
              <a:lumOff val="4314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2191" tIns="75439" rIns="97791" bIns="1588294" numCol="1" spcCol="1270" anchor="t" anchorCtr="0">
            <a:noAutofit/>
          </a:bodyPr>
          <a:lstStyle/>
          <a:p>
            <a:pPr lvl="0" algn="ctr" defTabSz="606410">
              <a:spcBef>
                <a:spcPct val="20000"/>
              </a:spcBef>
              <a:buClr>
                <a:srgbClr val="16818D"/>
              </a:buClr>
            </a:pPr>
            <a:r>
              <a:rPr lang="en-US" b="1" u="sng" dirty="0">
                <a:solidFill>
                  <a:srgbClr val="FFFF6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 1</a:t>
            </a:r>
          </a:p>
          <a:p>
            <a:pPr lvl="0" algn="ctr" defTabSz="606410">
              <a:spcBef>
                <a:spcPct val="20000"/>
              </a:spcBef>
              <a:buClr>
                <a:srgbClr val="16818D"/>
              </a:buClr>
            </a:pPr>
            <a:r>
              <a:rPr lang="en-GB" b="1" dirty="0">
                <a:solidFill>
                  <a:srgbClr val="FFFF6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Assessment and Clinical Reasoning Underpinning Exercise in Special Populations.</a:t>
            </a:r>
          </a:p>
          <a:p>
            <a:pPr lvl="0" defTabSz="606410">
              <a:spcBef>
                <a:spcPct val="20000"/>
              </a:spcBef>
              <a:buClr>
                <a:srgbClr val="16818D"/>
              </a:buClr>
            </a:pPr>
            <a:endParaRPr lang="en-US" sz="1400" b="1" dirty="0">
              <a:solidFill>
                <a:srgbClr val="FFFF6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699070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Placeholder 3"/>
          <p:cNvSpPr>
            <a:spLocks noGrp="1"/>
          </p:cNvSpPr>
          <p:nvPr>
            <p:ph type="body" sz="quarter" idx="10"/>
          </p:nvPr>
        </p:nvSpPr>
        <p:spPr bwMode="auto">
          <a:xfrm>
            <a:off x="872093" y="161679"/>
            <a:ext cx="6668019" cy="476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en-US" sz="2800" dirty="0">
                <a:ea typeface="ＭＳ Ｐゴシック" charset="-128"/>
              </a:rPr>
              <a:t>Module Learning Outcomes/Goals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104DD2-9CFF-4037-7713-B43BB9A730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6256" y="730484"/>
            <a:ext cx="8937743" cy="3682531"/>
          </a:xfrm>
        </p:spPr>
        <p:txBody>
          <a:bodyPr lIns="91440" tIns="45720" rIns="91440" bIns="45720" anchor="t"/>
          <a:lstStyle/>
          <a:p>
            <a:pPr marL="0" indent="0">
              <a:spcBef>
                <a:spcPts val="0"/>
              </a:spcBef>
              <a:buNone/>
            </a:pPr>
            <a:endParaRPr lang="en-GB" b="1" dirty="0"/>
          </a:p>
          <a:p>
            <a:pPr marL="0" indent="0">
              <a:buNone/>
            </a:pPr>
            <a:r>
              <a:rPr lang="en-US" sz="1800" b="1" i="1" dirty="0">
                <a:solidFill>
                  <a:srgbClr val="FF0000"/>
                </a:solidFill>
              </a:rPr>
              <a:t>COURSE 1:</a:t>
            </a:r>
            <a:r>
              <a:rPr lang="en-GB" sz="1800" b="1" i="1" dirty="0">
                <a:solidFill>
                  <a:srgbClr val="FF0000"/>
                </a:solidFill>
              </a:rPr>
              <a:t>Assessment and Clinical Reasoning Underpinning Exercise in Special Populations.</a:t>
            </a:r>
            <a:endParaRPr lang="en-US" sz="1800" b="1" i="1" dirty="0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</a:pPr>
            <a:r>
              <a:rPr lang="en-GB" sz="1800" dirty="0">
                <a:solidFill>
                  <a:schemeClr val="tx2"/>
                </a:solidFill>
              </a:rPr>
              <a:t>Apply appropriate skills and techniques in </a:t>
            </a:r>
            <a:r>
              <a:rPr lang="en-GB" sz="1800" b="1" dirty="0">
                <a:solidFill>
                  <a:schemeClr val="tx2"/>
                </a:solidFill>
              </a:rPr>
              <a:t>the physiological assessment </a:t>
            </a:r>
            <a:r>
              <a:rPr lang="en-GB" sz="1800" dirty="0">
                <a:solidFill>
                  <a:schemeClr val="tx2"/>
                </a:solidFill>
              </a:rPr>
              <a:t>of patients with selected controlled medical conditions in the context of exercise referral. </a:t>
            </a:r>
          </a:p>
          <a:p>
            <a:pPr>
              <a:spcBef>
                <a:spcPts val="0"/>
              </a:spcBef>
            </a:pPr>
            <a:r>
              <a:rPr lang="en-GB" sz="1800" b="1" dirty="0">
                <a:solidFill>
                  <a:schemeClr val="tx2"/>
                </a:solidFill>
              </a:rPr>
              <a:t>Evaluate the current evidence available to support exercise in special population</a:t>
            </a:r>
            <a:r>
              <a:rPr lang="en-GB" sz="1800" dirty="0">
                <a:solidFill>
                  <a:schemeClr val="tx2"/>
                </a:solidFill>
              </a:rPr>
              <a:t>s</a:t>
            </a:r>
            <a:r>
              <a:rPr lang="en-GB" sz="1800" dirty="0"/>
              <a:t>.</a:t>
            </a:r>
            <a:endParaRPr lang="en-US" sz="1800" dirty="0"/>
          </a:p>
          <a:p>
            <a:pPr marL="0" indent="0" algn="ctr">
              <a:spcBef>
                <a:spcPts val="0"/>
              </a:spcBef>
              <a:buNone/>
            </a:pPr>
            <a:endParaRPr lang="en-GB" sz="1800" b="1" i="1" dirty="0">
              <a:solidFill>
                <a:srgbClr val="0070C0"/>
              </a:solidFill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GB" sz="1800" b="1" i="1" dirty="0">
                <a:solidFill>
                  <a:srgbClr val="0070C0"/>
                </a:solidFill>
              </a:rPr>
              <a:t>Course Content</a:t>
            </a:r>
            <a:endParaRPr lang="en-GB" sz="1800" b="1" i="1" dirty="0"/>
          </a:p>
          <a:p>
            <a:pPr marL="266700" marR="0" lvl="0" indent="-266700" algn="l" defTabSz="606410" rtl="0" eaLnBrk="0" fontAlgn="base" latinLnBrk="0" hangingPunct="0">
              <a:spcBef>
                <a:spcPts val="0"/>
              </a:spcBef>
              <a:spcAft>
                <a:spcPct val="0"/>
              </a:spcAft>
              <a:buClr>
                <a:srgbClr val="16818D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Assessment adaption for special populations related to exercise.</a:t>
            </a:r>
          </a:p>
          <a:p>
            <a:pPr marL="266700" marR="0" lvl="0" indent="-266700" algn="l" defTabSz="606410" rtl="0" eaLnBrk="0" fontAlgn="base" latinLnBrk="0" hangingPunct="0">
              <a:spcBef>
                <a:spcPts val="0"/>
              </a:spcBef>
              <a:spcAft>
                <a:spcPct val="0"/>
              </a:spcAft>
              <a:buClr>
                <a:srgbClr val="16818D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Knowledge and understanding of the benefits of exercise and physical activity applied to special population groups. </a:t>
            </a:r>
          </a:p>
          <a:p>
            <a:pPr marL="266700" marR="0" lvl="0" indent="-266700" algn="l" defTabSz="606410" rtl="0" eaLnBrk="0" fontAlgn="base" latinLnBrk="0" hangingPunct="0">
              <a:spcBef>
                <a:spcPts val="0"/>
              </a:spcBef>
              <a:spcAft>
                <a:spcPct val="0"/>
              </a:spcAft>
              <a:buClr>
                <a:srgbClr val="16818D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Evidence based practice in clinical exercise. </a:t>
            </a:r>
          </a:p>
          <a:p>
            <a:pPr marL="266700" marR="0" lvl="0" indent="-266700" algn="l" defTabSz="606410" rtl="0" eaLnBrk="0" fontAlgn="base" latinLnBrk="0" hangingPunct="0">
              <a:spcBef>
                <a:spcPts val="0"/>
              </a:spcBef>
              <a:spcAft>
                <a:spcPct val="0"/>
              </a:spcAft>
              <a:buClr>
                <a:srgbClr val="16818D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Effect that leading a physically active lifestyle can have on health.</a:t>
            </a:r>
          </a:p>
          <a:p>
            <a:endParaRPr lang="en-US" dirty="0"/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1BD28-3EF7-097F-D1C7-A61481B1C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Placeholder 3">
            <a:extLst>
              <a:ext uri="{FF2B5EF4-FFF2-40B4-BE49-F238E27FC236}">
                <a16:creationId xmlns:a16="http://schemas.microsoft.com/office/drawing/2014/main" id="{FF6DDF1E-510F-D413-688D-5F764C1E7D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665838" y="196054"/>
            <a:ext cx="6668019" cy="476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en-US" sz="2800" dirty="0">
                <a:ea typeface="ＭＳ Ｐゴシック" charset="-128"/>
              </a:rPr>
              <a:t>Module Learning Outcomes/Goals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8B3D99-1A69-18B5-E98C-6F73F35975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1254" y="770020"/>
            <a:ext cx="8992746" cy="4076987"/>
          </a:xfrm>
        </p:spPr>
        <p:txBody>
          <a:bodyPr lIns="91440" tIns="45720" rIns="91440" bIns="45720" anchor="t"/>
          <a:lstStyle/>
          <a:p>
            <a:pPr marL="0" indent="0">
              <a:spcBef>
                <a:spcPts val="0"/>
              </a:spcBef>
              <a:buNone/>
            </a:pPr>
            <a:endParaRPr lang="en-GB" b="1" i="1" dirty="0"/>
          </a:p>
          <a:p>
            <a:pPr marL="0" indent="0">
              <a:spcBef>
                <a:spcPts val="0"/>
              </a:spcBef>
              <a:buNone/>
            </a:pPr>
            <a:r>
              <a:rPr lang="en-GB" sz="1800" b="1" i="1" dirty="0">
                <a:solidFill>
                  <a:srgbClr val="FF0000"/>
                </a:solidFill>
              </a:rPr>
              <a:t>COURSE 2</a:t>
            </a:r>
            <a:r>
              <a:rPr lang="en-GB" sz="1800" i="1" dirty="0">
                <a:solidFill>
                  <a:srgbClr val="FF0000"/>
                </a:solidFill>
              </a:rPr>
              <a:t>:</a:t>
            </a:r>
            <a:r>
              <a:rPr lang="en-GB" sz="1800" b="1" i="1" dirty="0">
                <a:solidFill>
                  <a:srgbClr val="FF0000"/>
                </a:solidFill>
              </a:rPr>
              <a:t>Benefits, Prescription and Application of Exercise and Physical Activity to Special Populations.</a:t>
            </a:r>
            <a:endParaRPr lang="en-GB" sz="1800" i="1" dirty="0">
              <a:solidFill>
                <a:srgbClr val="FF0000"/>
              </a:solidFill>
            </a:endParaRPr>
          </a:p>
          <a:p>
            <a:r>
              <a:rPr lang="en-GB" sz="1800" dirty="0">
                <a:solidFill>
                  <a:schemeClr val="tx2"/>
                </a:solidFill>
              </a:rPr>
              <a:t>Apply the underpinning knowledge required to </a:t>
            </a:r>
            <a:r>
              <a:rPr lang="en-GB" sz="1800" b="1" dirty="0">
                <a:solidFill>
                  <a:schemeClr val="tx2"/>
                </a:solidFill>
              </a:rPr>
              <a:t>plan, design, adapt and review </a:t>
            </a:r>
            <a:r>
              <a:rPr lang="en-GB" sz="1800" dirty="0">
                <a:solidFill>
                  <a:schemeClr val="tx2"/>
                </a:solidFill>
              </a:rPr>
              <a:t>a scientific </a:t>
            </a:r>
            <a:r>
              <a:rPr lang="en-GB" sz="1800" b="1" dirty="0">
                <a:solidFill>
                  <a:schemeClr val="tx2"/>
                </a:solidFill>
              </a:rPr>
              <a:t>exercise prescription for selected controlled medical conditions</a:t>
            </a:r>
            <a:r>
              <a:rPr lang="en-GB" sz="1800" dirty="0">
                <a:solidFill>
                  <a:schemeClr val="tx2"/>
                </a:solidFill>
              </a:rPr>
              <a:t>. </a:t>
            </a:r>
          </a:p>
          <a:p>
            <a:r>
              <a:rPr lang="en-GB" sz="1800" dirty="0">
                <a:solidFill>
                  <a:schemeClr val="tx2"/>
                </a:solidFill>
              </a:rPr>
              <a:t>Demonstrate a critical awareness of the </a:t>
            </a:r>
            <a:r>
              <a:rPr lang="en-GB" sz="1800" b="1" dirty="0">
                <a:solidFill>
                  <a:schemeClr val="tx2"/>
                </a:solidFill>
              </a:rPr>
              <a:t>dose response issues </a:t>
            </a:r>
            <a:r>
              <a:rPr lang="en-GB" sz="1800" dirty="0">
                <a:solidFill>
                  <a:schemeClr val="tx2"/>
                </a:solidFill>
              </a:rPr>
              <a:t>related to exercise prescription in selected controlled medical conditions. </a:t>
            </a:r>
          </a:p>
          <a:p>
            <a:pPr marL="0" indent="0" algn="ctr">
              <a:buNone/>
            </a:pPr>
            <a:r>
              <a:rPr lang="en-GB" sz="1800" b="1" dirty="0">
                <a:solidFill>
                  <a:schemeClr val="tx2"/>
                </a:solidFill>
              </a:rPr>
              <a:t>Course Content</a:t>
            </a:r>
            <a:endParaRPr lang="en-US" sz="1800" b="1" dirty="0">
              <a:solidFill>
                <a:schemeClr val="tx2"/>
              </a:solidFill>
            </a:endParaRPr>
          </a:p>
          <a:p>
            <a:pPr>
              <a:spcBef>
                <a:spcPts val="0"/>
              </a:spcBef>
            </a:pPr>
            <a:r>
              <a:rPr lang="en-GB" sz="1800" dirty="0"/>
              <a:t>Application of knowledge and understanding of the benefits of exercise and physical activity applied to special population groups. </a:t>
            </a:r>
          </a:p>
          <a:p>
            <a:pPr>
              <a:spcBef>
                <a:spcPts val="0"/>
              </a:spcBef>
            </a:pPr>
            <a:r>
              <a:rPr lang="en-GB" sz="1800" dirty="0"/>
              <a:t>Principles of planning and designing exercise </a:t>
            </a:r>
            <a:r>
              <a:rPr lang="en-GB" sz="1800" dirty="0" err="1"/>
              <a:t>progammes</a:t>
            </a:r>
            <a:r>
              <a:rPr lang="en-GB" sz="1800" dirty="0"/>
              <a:t> for special  populations – things to consider. </a:t>
            </a:r>
          </a:p>
          <a:p>
            <a:pPr>
              <a:spcBef>
                <a:spcPts val="0"/>
              </a:spcBef>
            </a:pPr>
            <a:r>
              <a:rPr lang="en-GB" sz="1800" dirty="0"/>
              <a:t>How exercise programmes can be adapted. </a:t>
            </a:r>
          </a:p>
          <a:p>
            <a:pPr>
              <a:spcBef>
                <a:spcPts val="0"/>
              </a:spcBef>
            </a:pPr>
            <a:r>
              <a:rPr lang="en-GB" sz="1800" dirty="0"/>
              <a:t>Evidence review of adaption of exercise for special population groups.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239373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7218" y="82877"/>
            <a:ext cx="9144000" cy="5184001"/>
          </a:xfrm>
          <a:prstGeom prst="rect">
            <a:avLst/>
          </a:prstGeom>
        </p:spPr>
      </p:pic>
      <p:sp>
        <p:nvSpPr>
          <p:cNvPr id="17410" name="Text Placeholder 3"/>
          <p:cNvSpPr>
            <a:spLocks noGrp="1"/>
          </p:cNvSpPr>
          <p:nvPr>
            <p:ph type="body" sz="quarter" idx="10"/>
          </p:nvPr>
        </p:nvSpPr>
        <p:spPr bwMode="auto">
          <a:xfrm>
            <a:off x="753819" y="3467565"/>
            <a:ext cx="7461927" cy="48453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solidFill>
                  <a:schemeClr val="bg1"/>
                </a:solidFill>
                <a:ea typeface="ＭＳ Ｐゴシック" charset="-128"/>
              </a:rPr>
              <a:t>Why prescribe exercise for people with a medical condition?</a:t>
            </a:r>
          </a:p>
        </p:txBody>
      </p:sp>
      <p:sp>
        <p:nvSpPr>
          <p:cNvPr id="3" name="Speech Bubble: Oval 2">
            <a:extLst>
              <a:ext uri="{FF2B5EF4-FFF2-40B4-BE49-F238E27FC236}">
                <a16:creationId xmlns:a16="http://schemas.microsoft.com/office/drawing/2014/main" id="{3464F350-A6B3-8BEE-8838-121D71C4F1FC}"/>
              </a:ext>
            </a:extLst>
          </p:cNvPr>
          <p:cNvSpPr/>
          <p:nvPr/>
        </p:nvSpPr>
        <p:spPr>
          <a:xfrm>
            <a:off x="618767" y="460638"/>
            <a:ext cx="3767603" cy="1774555"/>
          </a:xfrm>
          <a:prstGeom prst="wedgeEllipseCallout">
            <a:avLst>
              <a:gd name="adj1" fmla="val 16362"/>
              <a:gd name="adj2" fmla="val 95686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Have a chat with person next to you, why do you think this is important?  </a:t>
            </a:r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BA635316-21AA-9D3B-EFD1-9B72105F317C}"/>
              </a:ext>
            </a:extLst>
          </p:cNvPr>
          <p:cNvSpPr/>
          <p:nvPr/>
        </p:nvSpPr>
        <p:spPr>
          <a:xfrm>
            <a:off x="4837774" y="304127"/>
            <a:ext cx="3767603" cy="2040312"/>
          </a:xfrm>
          <a:prstGeom prst="wedgeEllipseCallout">
            <a:avLst>
              <a:gd name="adj1" fmla="val -46777"/>
              <a:gd name="adj2" fmla="val 89869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FFFF00"/>
                </a:solidFill>
              </a:rPr>
              <a:t>Is there much research in this area? </a:t>
            </a:r>
          </a:p>
          <a:p>
            <a:pPr algn="ctr"/>
            <a:r>
              <a:rPr lang="en-GB" b="1" dirty="0">
                <a:solidFill>
                  <a:srgbClr val="FFFF00"/>
                </a:solidFill>
              </a:rPr>
              <a:t>Which guidelines do we refer to for guidance related to PA and Health?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145B5-6763-0BB6-E93E-8463FCADA5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4699" y="1265943"/>
            <a:ext cx="3902221" cy="3097235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endParaRPr lang="en-GB" sz="2000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000" b="1" dirty="0"/>
              <a:t>Falls, mobility issues and frailty (elderly)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000" b="1" dirty="0"/>
              <a:t>Obesity (all ages)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000" b="1" dirty="0"/>
              <a:t>Arthritic conditions (</a:t>
            </a:r>
            <a:r>
              <a:rPr lang="en-GB" sz="2000" b="1" dirty="0" err="1"/>
              <a:t>incl</a:t>
            </a:r>
            <a:r>
              <a:rPr lang="en-GB" sz="2000" b="1" dirty="0"/>
              <a:t> </a:t>
            </a:r>
            <a:r>
              <a:rPr lang="en-GB" sz="2000" b="1" dirty="0" err="1"/>
              <a:t>msk</a:t>
            </a:r>
            <a:r>
              <a:rPr lang="en-GB" sz="2000" b="1" dirty="0"/>
              <a:t> pain)</a:t>
            </a:r>
          </a:p>
          <a:p>
            <a:pPr>
              <a:lnSpc>
                <a:spcPct val="100000"/>
              </a:lnSpc>
            </a:pPr>
            <a:r>
              <a:rPr lang="en-GB" sz="2000" b="1" dirty="0"/>
              <a:t>      Focus on OA (hip and knee)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33B39C-292C-D6C3-9228-9362CE3415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4700" y="629387"/>
            <a:ext cx="7790167" cy="772778"/>
          </a:xfrm>
        </p:spPr>
        <p:txBody>
          <a:bodyPr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GB" sz="2000" b="1" dirty="0"/>
              <a:t>We will be covering the following medical conditions in relation to exercise prescription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98AF373A-F0D3-C65A-C7B1-AC84107486B8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6" name="Picture 2" descr="people exercising">
            <a:extLst>
              <a:ext uri="{FF2B5EF4-FFF2-40B4-BE49-F238E27FC236}">
                <a16:creationId xmlns:a16="http://schemas.microsoft.com/office/drawing/2014/main" id="{8B86BA5A-7F1D-5FD3-C2C3-27402EFB1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042" y="1402166"/>
            <a:ext cx="3887946" cy="3348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2DA2D2-0494-FA87-48D5-15848E7EAFC2}"/>
              </a:ext>
            </a:extLst>
          </p:cNvPr>
          <p:cNvSpPr txBox="1"/>
          <p:nvPr/>
        </p:nvSpPr>
        <p:spPr>
          <a:xfrm>
            <a:off x="4204952" y="4686768"/>
            <a:ext cx="41148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800" i="0" dirty="0">
                <a:solidFill>
                  <a:srgbClr val="11111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Anupam Mahapatra-</a:t>
            </a:r>
            <a:r>
              <a:rPr lang="en-GB" sz="800" i="0" dirty="0" err="1">
                <a:solidFill>
                  <a:srgbClr val="11111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Unsplash</a:t>
            </a:r>
            <a:endParaRPr lang="en-GB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6964900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6DD4DC5-E5B1-E22E-CE61-44449EE5C528}"/>
              </a:ext>
            </a:extLst>
          </p:cNvPr>
          <p:cNvSpPr txBox="1"/>
          <p:nvPr/>
        </p:nvSpPr>
        <p:spPr>
          <a:xfrm>
            <a:off x="-103128" y="137504"/>
            <a:ext cx="91646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rgbClr val="0070C0"/>
                </a:solidFill>
                <a:latin typeface="+mj-lt"/>
              </a:rPr>
              <a:t>Timetable-Teaching and Learning at HMU Wed 25</a:t>
            </a:r>
            <a:r>
              <a:rPr lang="en-GB" sz="2000" b="1" baseline="30000" dirty="0">
                <a:solidFill>
                  <a:srgbClr val="0070C0"/>
                </a:solidFill>
                <a:latin typeface="+mj-lt"/>
              </a:rPr>
              <a:t>th</a:t>
            </a:r>
            <a:r>
              <a:rPr lang="en-GB" sz="2000" b="1" dirty="0">
                <a:solidFill>
                  <a:srgbClr val="0070C0"/>
                </a:solidFill>
                <a:latin typeface="+mj-lt"/>
              </a:rPr>
              <a:t> March to Wed 1</a:t>
            </a:r>
            <a:r>
              <a:rPr lang="en-GB" sz="2000" b="1" baseline="30000" dirty="0">
                <a:solidFill>
                  <a:srgbClr val="0070C0"/>
                </a:solidFill>
                <a:latin typeface="+mj-lt"/>
              </a:rPr>
              <a:t>st</a:t>
            </a:r>
            <a:r>
              <a:rPr lang="en-GB" sz="2000" b="1" dirty="0">
                <a:solidFill>
                  <a:srgbClr val="0070C0"/>
                </a:solidFill>
                <a:latin typeface="+mj-lt"/>
              </a:rPr>
              <a:t> April 2026.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81F2F9-F236-47EF-7003-33D98EAB14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05" y="657004"/>
            <a:ext cx="8573360" cy="434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79083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C460E3-D80F-F2F9-D0B4-FCC5B03C7D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7190"/>
            <a:ext cx="914400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53525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250207" y="1403998"/>
            <a:ext cx="4988685" cy="3039414"/>
          </a:xfrm>
        </p:spPr>
        <p:txBody>
          <a:bodyPr lIns="91440" tIns="45720" rIns="91440" bIns="4572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Teaching and learning will be a combination of online  and in classroom including practical sessions.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Students will be expected to review resources, reading material related to the in-person teaching sessions.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Students will be encouraged to participate in the lecture material teaching as the tutor's approach is to facilitate learning.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This may a be a new learning approach to many of you but is central to the learning and teaching approach in this module. 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Module format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720AEFCF-830B-5DA8-0477-D4F6E4BF0032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5388615" y="1019996"/>
            <a:ext cx="3816350" cy="3348019"/>
          </a:xfrm>
        </p:spPr>
        <p:txBody>
          <a:bodyPr/>
          <a:lstStyle/>
          <a:p>
            <a:endParaRPr lang="en-GB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3D5FC68-788F-D60C-7CC9-2000C547161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449580" y="3999538"/>
            <a:ext cx="369442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Photo by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Van Tay Media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Unsplash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B492F5-9038-3D5C-4CF6-8590F0ADC5D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8278" y="1019996"/>
            <a:ext cx="3081862" cy="297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115079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760085" y="539559"/>
            <a:ext cx="5621009" cy="11271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51792" tIns="25897" rIns="51792" bIns="25897" anchor="ctr"/>
          <a:lstStyle/>
          <a:p>
            <a:pPr algn="ctr" defTabSz="68580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100" b="1" kern="0">
                <a:solidFill>
                  <a:srgbClr val="CCFF33"/>
                </a:solidFill>
                <a:latin typeface="Calibri" panose="020F0502020204030204"/>
                <a:ea typeface="+mn-ea"/>
              </a:rPr>
              <a:t>Ripples on a pond….</a:t>
            </a:r>
          </a:p>
        </p:txBody>
      </p:sp>
      <p:sp>
        <p:nvSpPr>
          <p:cNvPr id="3" name="Oval 4"/>
          <p:cNvSpPr>
            <a:spLocks noChangeArrowheads="1"/>
          </p:cNvSpPr>
          <p:nvPr/>
        </p:nvSpPr>
        <p:spPr bwMode="auto">
          <a:xfrm>
            <a:off x="1910686" y="46897"/>
            <a:ext cx="5105750" cy="5096603"/>
          </a:xfrm>
          <a:prstGeom prst="ellipse">
            <a:avLst/>
          </a:prstGeom>
          <a:solidFill>
            <a:srgbClr val="33CC33"/>
          </a:solidFill>
          <a:ln w="28575">
            <a:solidFill>
              <a:schemeClr val="tx1">
                <a:lumMod val="95000"/>
                <a:lumOff val="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100" kern="0">
              <a:solidFill>
                <a:sysClr val="windowText" lastClr="000000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4" name="Oval 5"/>
          <p:cNvSpPr>
            <a:spLocks noChangeArrowheads="1"/>
          </p:cNvSpPr>
          <p:nvPr/>
        </p:nvSpPr>
        <p:spPr bwMode="auto">
          <a:xfrm>
            <a:off x="2240746" y="362504"/>
            <a:ext cx="4403123" cy="4459527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>
                <a:lumMod val="95000"/>
                <a:lumOff val="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100" b="1" kern="0">
              <a:solidFill>
                <a:sysClr val="windowText" lastClr="000000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5" name="Oval 6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2568803" y="720973"/>
            <a:ext cx="3747339" cy="3822452"/>
          </a:xfrm>
          <a:prstGeom prst="ellipse">
            <a:avLst/>
          </a:prstGeom>
          <a:gradFill rotWithShape="0">
            <a:gsLst>
              <a:gs pos="0">
                <a:srgbClr val="47B2B2"/>
              </a:gs>
              <a:gs pos="100000">
                <a:srgbClr val="66FFFF"/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tx1">
                <a:lumMod val="95000"/>
                <a:lumOff val="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100" kern="0">
              <a:solidFill>
                <a:sysClr val="windowText" lastClr="000000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6" name="Oval 7"/>
          <p:cNvSpPr>
            <a:spLocks noChangeArrowheads="1"/>
          </p:cNvSpPr>
          <p:nvPr/>
        </p:nvSpPr>
        <p:spPr bwMode="auto">
          <a:xfrm>
            <a:off x="3004211" y="1252283"/>
            <a:ext cx="2919802" cy="2858671"/>
          </a:xfrm>
          <a:prstGeom prst="ellipse">
            <a:avLst/>
          </a:prstGeom>
          <a:solidFill>
            <a:srgbClr val="FF99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100" kern="0">
              <a:solidFill>
                <a:sysClr val="windowText" lastClr="000000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7" name="Oval 8"/>
          <p:cNvSpPr>
            <a:spLocks noChangeArrowheads="1"/>
          </p:cNvSpPr>
          <p:nvPr/>
        </p:nvSpPr>
        <p:spPr bwMode="auto">
          <a:xfrm>
            <a:off x="3403982" y="1597855"/>
            <a:ext cx="2076650" cy="2123585"/>
          </a:xfrm>
          <a:prstGeom prst="ellipse">
            <a:avLst/>
          </a:prstGeom>
          <a:solidFill>
            <a:srgbClr val="FF33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100" kern="0">
              <a:solidFill>
                <a:sysClr val="windowText" lastClr="000000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8" name="Oval 9"/>
          <p:cNvSpPr>
            <a:spLocks noChangeArrowheads="1"/>
          </p:cNvSpPr>
          <p:nvPr/>
        </p:nvSpPr>
        <p:spPr bwMode="auto">
          <a:xfrm>
            <a:off x="3849786" y="2138261"/>
            <a:ext cx="1186658" cy="1143468"/>
          </a:xfrm>
          <a:prstGeom prst="ellipse">
            <a:avLst/>
          </a:prstGeom>
          <a:solidFill>
            <a:srgbClr val="FFFF66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51792" tIns="25897" rIns="51792" bIns="25897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100" b="1" kern="0" dirty="0">
                <a:solidFill>
                  <a:sysClr val="windowText" lastClr="000000"/>
                </a:solidFill>
                <a:latin typeface="Calibri" panose="020F0502020204030204"/>
                <a:ea typeface="+mn-ea"/>
              </a:rPr>
              <a:t>Wanting</a:t>
            </a:r>
          </a:p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100" b="1" kern="0" dirty="0">
                <a:solidFill>
                  <a:sysClr val="windowText" lastClr="000000"/>
                </a:solidFill>
                <a:latin typeface="Calibri" panose="020F0502020204030204"/>
                <a:ea typeface="+mn-ea"/>
              </a:rPr>
              <a:t>Needing</a:t>
            </a: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4044096" y="3289320"/>
            <a:ext cx="904426" cy="375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51792" tIns="25897" rIns="51792" bIns="25897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100" b="1" kern="0" dirty="0">
                <a:solidFill>
                  <a:srgbClr val="FFFFFF"/>
                </a:solidFill>
                <a:latin typeface="Calibri" panose="020F0502020204030204"/>
                <a:ea typeface="+mn-ea"/>
              </a:rPr>
              <a:t>Doing</a:t>
            </a:r>
          </a:p>
        </p:txBody>
      </p:sp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3919571" y="4102555"/>
            <a:ext cx="1545778" cy="375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51792" tIns="25897" rIns="51792" bIns="25897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100" b="1" kern="0" dirty="0">
                <a:solidFill>
                  <a:sysClr val="windowText" lastClr="000000"/>
                </a:solidFill>
                <a:latin typeface="Calibri" panose="020F0502020204030204"/>
                <a:ea typeface="+mn-ea"/>
              </a:rPr>
              <a:t>Feedback</a:t>
            </a:r>
          </a:p>
        </p:txBody>
      </p:sp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3746842" y="4744605"/>
            <a:ext cx="1498936" cy="4154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 defTabSz="685800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2100" b="1" kern="0" dirty="0">
                <a:solidFill>
                  <a:srgbClr val="000000"/>
                </a:solidFill>
                <a:latin typeface="Calibri" panose="020F0502020204030204"/>
                <a:ea typeface="+mn-ea"/>
              </a:rPr>
              <a:t>Assessing</a:t>
            </a:r>
          </a:p>
        </p:txBody>
      </p:sp>
      <p:sp>
        <p:nvSpPr>
          <p:cNvPr id="13" name="AutoShape 16">
            <a:hlinkClick r:id="rId3" action="ppaction://hlinkpres?slideindex=1&amp;slidetitle=" highlightClick="1"/>
          </p:cNvPr>
          <p:cNvSpPr>
            <a:spLocks noChangeArrowheads="1"/>
          </p:cNvSpPr>
          <p:nvPr/>
        </p:nvSpPr>
        <p:spPr bwMode="auto">
          <a:xfrm>
            <a:off x="6529678" y="3855935"/>
            <a:ext cx="641146" cy="670766"/>
          </a:xfrm>
          <a:prstGeom prst="actionButtonBlank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100" kern="0">
              <a:solidFill>
                <a:sysClr val="windowText" lastClr="000000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3711334" y="3643015"/>
            <a:ext cx="1718507" cy="375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51792" tIns="25897" rIns="51792" bIns="25897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100" b="1" kern="0" dirty="0">
                <a:solidFill>
                  <a:sysClr val="windowText" lastClr="000000"/>
                </a:solidFill>
                <a:latin typeface="Calibri" panose="020F0502020204030204"/>
                <a:ea typeface="+mn-ea"/>
              </a:rPr>
              <a:t>Making sense</a:t>
            </a:r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2156836" y="4462238"/>
            <a:ext cx="4613450" cy="4154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100" b="1" kern="0" dirty="0">
                <a:solidFill>
                  <a:srgbClr val="FFFFFF"/>
                </a:solidFill>
                <a:latin typeface="Calibri" panose="020F0502020204030204"/>
                <a:ea typeface="+mn-ea"/>
              </a:rPr>
              <a:t>Verbalising </a:t>
            </a:r>
          </a:p>
        </p:txBody>
      </p:sp>
      <p:sp>
        <p:nvSpPr>
          <p:cNvPr id="15" name="Rectangle 4"/>
          <p:cNvSpPr txBox="1">
            <a:spLocks noRot="1" noChangeArrowheads="1"/>
          </p:cNvSpPr>
          <p:nvPr/>
        </p:nvSpPr>
        <p:spPr>
          <a:xfrm>
            <a:off x="1956699" y="24019"/>
            <a:ext cx="5404131" cy="1097646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/>
          <a:lstStyle>
            <a:lvl1pPr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rgbClr val="008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rgbClr val="008000"/>
                </a:solidFill>
                <a:latin typeface="Arial Rounded MT Bold" pitchFamily="34" charset="0"/>
              </a:defRPr>
            </a:lvl2pPr>
            <a:lvl3pPr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rgbClr val="008000"/>
                </a:solidFill>
                <a:latin typeface="Arial Rounded MT Bold" pitchFamily="34" charset="0"/>
              </a:defRPr>
            </a:lvl3pPr>
            <a:lvl4pPr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rgbClr val="008000"/>
                </a:solidFill>
                <a:latin typeface="Arial Rounded MT Bold" pitchFamily="34" charset="0"/>
              </a:defRPr>
            </a:lvl4pPr>
            <a:lvl5pPr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rgbClr val="008000"/>
                </a:solidFill>
                <a:latin typeface="Arial Rounded MT Bold" pitchFamily="34" charset="0"/>
              </a:defRPr>
            </a:lvl5pPr>
            <a:lvl6pPr marL="342900"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rgbClr val="008000"/>
                </a:solidFill>
                <a:latin typeface="Arial Rounded MT Bold" pitchFamily="34" charset="0"/>
              </a:defRPr>
            </a:lvl6pPr>
            <a:lvl7pPr marL="685800"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rgbClr val="008000"/>
                </a:solidFill>
                <a:latin typeface="Arial Rounded MT Bold" pitchFamily="34" charset="0"/>
              </a:defRPr>
            </a:lvl7pPr>
            <a:lvl8pPr marL="1028700"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rgbClr val="008000"/>
                </a:solidFill>
                <a:latin typeface="Arial Rounded MT Bold" pitchFamily="34" charset="0"/>
              </a:defRPr>
            </a:lvl8pPr>
            <a:lvl9pPr marL="1371600"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rgbClr val="008000"/>
                </a:solidFill>
                <a:latin typeface="Arial Rounded MT Bold" pitchFamily="34" charset="0"/>
              </a:defRPr>
            </a:lvl9pPr>
          </a:lstStyle>
          <a:p>
            <a:pPr defTabSz="685800">
              <a:defRPr/>
            </a:pPr>
            <a:r>
              <a:rPr lang="en-GB" sz="2100" b="1" kern="0" dirty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Phil Race:</a:t>
            </a:r>
          </a:p>
          <a:p>
            <a:pPr defTabSz="685800">
              <a:defRPr/>
            </a:pPr>
            <a:r>
              <a:rPr lang="en-GB" b="1" kern="0" dirty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Students </a:t>
            </a:r>
            <a:r>
              <a:rPr lang="en-GB" b="1" i="1" kern="0" dirty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Really </a:t>
            </a:r>
            <a:r>
              <a:rPr lang="en-GB" b="1" kern="0" dirty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</a:t>
            </a:r>
            <a:br>
              <a:rPr lang="en-GB" sz="2100" b="1" kern="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700" b="1" kern="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‘Ripples’ model of learning</a:t>
            </a:r>
            <a:br>
              <a:rPr lang="en-GB" sz="2100" b="1" kern="0" dirty="0">
                <a:solidFill>
                  <a:srgbClr val="CC00CC"/>
                </a:solidFill>
                <a:latin typeface="Calibri" panose="020F0502020204030204"/>
              </a:rPr>
            </a:br>
            <a:endParaRPr lang="en-GB" sz="2100" kern="0" dirty="0">
              <a:solidFill>
                <a:srgbClr val="0070C0"/>
              </a:solidFill>
              <a:latin typeface="Calibri" panose="020F0502020204030204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401F51-7D82-CAC9-6A34-E2D93EB3087F}"/>
              </a:ext>
            </a:extLst>
          </p:cNvPr>
          <p:cNvSpPr txBox="1"/>
          <p:nvPr/>
        </p:nvSpPr>
        <p:spPr>
          <a:xfrm>
            <a:off x="103788" y="3855935"/>
            <a:ext cx="19299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1350" i="1" dirty="0">
                <a:solidFill>
                  <a:srgbClr val="000000"/>
                </a:solidFill>
                <a:latin typeface="Calibri" panose="020F0502020204030204"/>
                <a:ea typeface="+mn-ea"/>
              </a:rPr>
              <a:t>The Lecturer’s Toolkit</a:t>
            </a:r>
          </a:p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1350" i="1" dirty="0">
                <a:solidFill>
                  <a:srgbClr val="000000"/>
                </a:solidFill>
                <a:latin typeface="Calibri" panose="020F0502020204030204"/>
                <a:ea typeface="+mn-ea"/>
              </a:rPr>
              <a:t>Phil Race</a:t>
            </a:r>
          </a:p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1350" i="1" dirty="0">
                <a:solidFill>
                  <a:srgbClr val="000000"/>
                </a:solidFill>
                <a:latin typeface="Calibri" panose="020F0502020204030204"/>
                <a:ea typeface="+mn-ea"/>
              </a:rPr>
              <a:t>Routledge, London, 2015, 2025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C0CE4E4-E18B-195E-3A9B-BB255E113F61}"/>
              </a:ext>
            </a:extLst>
          </p:cNvPr>
          <p:cNvSpPr/>
          <p:nvPr/>
        </p:nvSpPr>
        <p:spPr bwMode="auto">
          <a:xfrm>
            <a:off x="64961" y="100207"/>
            <a:ext cx="2033761" cy="878704"/>
          </a:xfrm>
          <a:prstGeom prst="ellipse">
            <a:avLst/>
          </a:prstGeom>
          <a:solidFill>
            <a:srgbClr val="66006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7500" tIns="35100" rIns="67500" bIns="351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685800" eaLnBrk="1" hangingPunct="1"/>
            <a:r>
              <a:rPr lang="en-GB" b="1" dirty="0">
                <a:solidFill>
                  <a:srgbClr val="FFFF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Teaching</a:t>
            </a:r>
          </a:p>
          <a:p>
            <a:pPr algn="ctr" defTabSz="685800" eaLnBrk="1" hangingPunct="1"/>
            <a:r>
              <a:rPr lang="en-GB" b="1" dirty="0">
                <a:solidFill>
                  <a:srgbClr val="FFFF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Approach</a:t>
            </a:r>
          </a:p>
        </p:txBody>
      </p:sp>
      <p:sp>
        <p:nvSpPr>
          <p:cNvPr id="11" name="Speech Bubble: Oval 10">
            <a:extLst>
              <a:ext uri="{FF2B5EF4-FFF2-40B4-BE49-F238E27FC236}">
                <a16:creationId xmlns:a16="http://schemas.microsoft.com/office/drawing/2014/main" id="{C8A8C10F-D163-9566-AB46-237D8DCBD31A}"/>
              </a:ext>
            </a:extLst>
          </p:cNvPr>
          <p:cNvSpPr/>
          <p:nvPr/>
        </p:nvSpPr>
        <p:spPr bwMode="auto">
          <a:xfrm>
            <a:off x="6847080" y="1835728"/>
            <a:ext cx="2193132" cy="2469983"/>
          </a:xfrm>
          <a:prstGeom prst="wedgeEllipseCallout">
            <a:avLst>
              <a:gd name="adj1" fmla="val 40872"/>
              <a:gd name="adj2" fmla="val 56863"/>
            </a:avLst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+mn-lt"/>
              </a:rPr>
              <a:t>Any thoughts on this approach to teaching 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+mn-lt"/>
              </a:rPr>
              <a:t>&amp;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+mn-lt"/>
              </a:rPr>
              <a:t>learning?</a:t>
            </a:r>
          </a:p>
        </p:txBody>
      </p:sp>
    </p:spTree>
    <p:extLst>
      <p:ext uri="{BB962C8B-B14F-4D97-AF65-F5344CB8AC3E}">
        <p14:creationId xmlns:p14="http://schemas.microsoft.com/office/powerpoint/2010/main" val="17808980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288758" y="1251284"/>
            <a:ext cx="3932607" cy="3465095"/>
          </a:xfrm>
          <a:ln>
            <a:solidFill>
              <a:schemeClr val="tx1"/>
            </a:solidFill>
          </a:ln>
        </p:spPr>
        <p:txBody>
          <a:bodyPr lIns="0" tIns="0" rIns="0" bIns="0" numCol="1" spcCol="216000" anchor="t"/>
          <a:lstStyle/>
          <a:p>
            <a:r>
              <a:rPr lang="en-GB" sz="1400" b="1" i="1" dirty="0">
                <a:solidFill>
                  <a:srgbClr val="FF0000"/>
                </a:solidFill>
                <a:latin typeface="+mn-lt"/>
              </a:rPr>
              <a:t>Course 1: Assessment and Clinical Reasoning Underpinning Exercise in Special Populations.</a:t>
            </a:r>
            <a:endParaRPr lang="en-US" sz="1400" b="1" i="1" dirty="0">
              <a:solidFill>
                <a:srgbClr val="FF0000"/>
              </a:solidFill>
              <a:latin typeface="+mn-lt"/>
            </a:endParaRPr>
          </a:p>
          <a:p>
            <a:endParaRPr lang="en-GB" sz="900" b="1" dirty="0">
              <a:latin typeface="Tahoma"/>
              <a:ea typeface="Tahoma"/>
              <a:cs typeface="Tahoma"/>
            </a:endParaRPr>
          </a:p>
          <a:p>
            <a:pPr algn="ctr"/>
            <a:r>
              <a:rPr lang="en-GB" sz="1800" dirty="0">
                <a:latin typeface="+mn-lt"/>
              </a:rPr>
              <a:t>Poster development and 10 min presentation on Blackboard (focus on Learning Outcomes).</a:t>
            </a:r>
          </a:p>
          <a:p>
            <a:endParaRPr lang="en-GB" sz="1200" dirty="0">
              <a:latin typeface="+mn-lt"/>
            </a:endParaRPr>
          </a:p>
          <a:p>
            <a:endParaRPr lang="en-GB" sz="1200" dirty="0">
              <a:latin typeface="+mn-lt"/>
            </a:endParaRPr>
          </a:p>
          <a:p>
            <a:endParaRPr lang="en-GB" sz="1200" dirty="0">
              <a:latin typeface="+mn-lt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2"/>
                </a:solidFill>
                <a:latin typeface="+mn-lt"/>
              </a:rPr>
              <a:t>Apply appropriate skills and techniques in </a:t>
            </a:r>
            <a:r>
              <a:rPr lang="en-GB" sz="1600" b="1" dirty="0">
                <a:solidFill>
                  <a:schemeClr val="tx2"/>
                </a:solidFill>
                <a:latin typeface="+mn-lt"/>
              </a:rPr>
              <a:t>the physiological assessment </a:t>
            </a:r>
            <a:r>
              <a:rPr lang="en-GB" sz="1600" dirty="0">
                <a:solidFill>
                  <a:schemeClr val="tx2"/>
                </a:solidFill>
                <a:latin typeface="+mn-lt"/>
              </a:rPr>
              <a:t>of patients with selected controlled medical conditions in the context of exercise referral. </a:t>
            </a:r>
          </a:p>
          <a:p>
            <a:endParaRPr lang="en-GB" sz="1600" dirty="0">
              <a:solidFill>
                <a:schemeClr val="tx2"/>
              </a:solidFill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2"/>
                </a:solidFill>
                <a:latin typeface="+mn-lt"/>
              </a:rPr>
              <a:t>Evaluate the current evidence available to support exercise in special population</a:t>
            </a:r>
            <a:r>
              <a:rPr lang="en-GB" sz="1600" dirty="0">
                <a:solidFill>
                  <a:schemeClr val="tx2"/>
                </a:solidFill>
                <a:latin typeface="+mn-lt"/>
              </a:rPr>
              <a:t>s</a:t>
            </a:r>
            <a:r>
              <a:rPr lang="en-GB" sz="1600" dirty="0">
                <a:latin typeface="+mn-lt"/>
              </a:rPr>
              <a:t>.</a:t>
            </a:r>
            <a:endParaRPr lang="en-US" sz="1600" dirty="0">
              <a:latin typeface="+mn-lt"/>
            </a:endParaRPr>
          </a:p>
          <a:p>
            <a:pPr algn="ctr"/>
            <a:endParaRPr lang="en-GB" sz="1200" b="1" i="1" dirty="0">
              <a:solidFill>
                <a:srgbClr val="0070C0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733620" y="1175656"/>
            <a:ext cx="4004744" cy="3465095"/>
          </a:xfrm>
          <a:ln>
            <a:solidFill>
              <a:schemeClr val="tx1"/>
            </a:solidFill>
          </a:ln>
        </p:spPr>
        <p:txBody>
          <a:bodyPr lIns="0" tIns="0" rIns="0" bIns="0" numCol="1" spcCol="216000" anchor="t"/>
          <a:lstStyle/>
          <a:p>
            <a:pPr marL="0" marR="0" lvl="0" indent="0" algn="l" defTabSz="60641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6818D"/>
              </a:buClr>
              <a:buSzTx/>
              <a:buFont typeface="+mj-lt"/>
              <a:buNone/>
              <a:tabLst/>
              <a:defRPr/>
            </a:pPr>
            <a:r>
              <a:rPr kumimoji="0" lang="en-GB" sz="1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 2</a:t>
            </a:r>
            <a:r>
              <a:rPr kumimoji="0" lang="en-GB" sz="1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kumimoji="0" lang="en-GB" sz="1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Benefits, Prescription and Application of Exercise and Physical Activity to Special Populations.</a:t>
            </a:r>
            <a:endParaRPr kumimoji="0" lang="en-GB" sz="14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GB" sz="1800" dirty="0">
                <a:latin typeface="+mn-lt"/>
              </a:rPr>
              <a:t>Questions by assessors (10 mins), expanding on material presented in the poster (focus on Learning Outcomes).</a:t>
            </a:r>
          </a:p>
          <a:p>
            <a:pPr algn="ctr"/>
            <a:endParaRPr lang="en-GB" sz="1800" dirty="0">
              <a:latin typeface="+mn-lt"/>
            </a:endParaRPr>
          </a:p>
          <a:p>
            <a:endParaRPr lang="en-GB" dirty="0"/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2"/>
                </a:solidFill>
                <a:latin typeface="+mn-lt"/>
              </a:rPr>
              <a:t>Apply the underpinning knowledge required to </a:t>
            </a:r>
            <a:r>
              <a:rPr lang="en-GB" sz="1600" b="1" dirty="0">
                <a:solidFill>
                  <a:schemeClr val="tx2"/>
                </a:solidFill>
                <a:latin typeface="+mn-lt"/>
              </a:rPr>
              <a:t>plan, design, adapt and review </a:t>
            </a:r>
            <a:r>
              <a:rPr lang="en-GB" sz="1600" dirty="0">
                <a:solidFill>
                  <a:schemeClr val="tx2"/>
                </a:solidFill>
                <a:latin typeface="+mn-lt"/>
              </a:rPr>
              <a:t>a scientific </a:t>
            </a:r>
            <a:r>
              <a:rPr lang="en-GB" sz="1600" b="1" dirty="0">
                <a:solidFill>
                  <a:schemeClr val="tx2"/>
                </a:solidFill>
                <a:latin typeface="+mn-lt"/>
              </a:rPr>
              <a:t>exercise prescription for selected controlled medical conditions</a:t>
            </a:r>
            <a:r>
              <a:rPr lang="en-GB" sz="1600" dirty="0">
                <a:solidFill>
                  <a:schemeClr val="tx2"/>
                </a:solidFill>
                <a:latin typeface="+mn-lt"/>
              </a:rPr>
              <a:t>. </a:t>
            </a:r>
          </a:p>
          <a:p>
            <a:endParaRPr lang="en-GB" sz="1600" dirty="0">
              <a:solidFill>
                <a:schemeClr val="tx2"/>
              </a:solidFill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2"/>
                </a:solidFill>
                <a:latin typeface="+mn-lt"/>
              </a:rPr>
              <a:t>Demonstrate a critical awareness of the </a:t>
            </a:r>
            <a:r>
              <a:rPr lang="en-GB" sz="1600" b="1" dirty="0">
                <a:solidFill>
                  <a:schemeClr val="tx2"/>
                </a:solidFill>
                <a:latin typeface="+mn-lt"/>
              </a:rPr>
              <a:t>dose response issues </a:t>
            </a:r>
            <a:r>
              <a:rPr lang="en-GB" sz="1600" dirty="0">
                <a:solidFill>
                  <a:schemeClr val="tx2"/>
                </a:solidFill>
                <a:latin typeface="+mn-lt"/>
              </a:rPr>
              <a:t>related to exercise prescription in selected controlled medical conditions.</a:t>
            </a:r>
            <a:endParaRPr lang="en-GB" sz="1600" dirty="0">
              <a:latin typeface="+mn-lt"/>
            </a:endParaRP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30629" y="0"/>
            <a:ext cx="8758989" cy="807913"/>
          </a:xfrm>
        </p:spPr>
        <p:txBody>
          <a:bodyPr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GB" b="1" dirty="0">
                <a:latin typeface="+mj-lt"/>
              </a:rPr>
              <a:t>Module Assessment Components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GB" dirty="0">
                <a:latin typeface="+mj-lt"/>
              </a:rPr>
              <a:t>See assessment Brief on Bb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endParaRPr lang="en-GB" dirty="0">
              <a:latin typeface="+mj-lt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GB" dirty="0">
                <a:latin typeface="+mj-lt"/>
              </a:rPr>
              <a:t> </a:t>
            </a:r>
          </a:p>
          <a:p>
            <a:endParaRPr lang="en-GB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10CB54-110F-4E31-573B-0566BA6A4374}"/>
              </a:ext>
            </a:extLst>
          </p:cNvPr>
          <p:cNvSpPr txBox="1"/>
          <p:nvPr/>
        </p:nvSpPr>
        <p:spPr>
          <a:xfrm>
            <a:off x="7445830" y="67059"/>
            <a:ext cx="1567542" cy="8079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85800"/>
            <a:r>
              <a:rPr lang="en-GB" sz="1200" dirty="0">
                <a:solidFill>
                  <a:prstClr val="black"/>
                </a:solidFill>
                <a:latin typeface="+mn-lt"/>
                <a:ea typeface="Tahoma"/>
                <a:cs typeface="Tahoma"/>
              </a:rPr>
              <a:t>Must achieve minimum </a:t>
            </a:r>
            <a:r>
              <a:rPr lang="en-GB" sz="1200" b="1" dirty="0">
                <a:solidFill>
                  <a:prstClr val="black"/>
                </a:solidFill>
                <a:latin typeface="+mn-lt"/>
                <a:ea typeface="Tahoma"/>
                <a:cs typeface="Tahoma"/>
              </a:rPr>
              <a:t>40%</a:t>
            </a:r>
            <a:r>
              <a:rPr lang="en-GB" sz="1200" dirty="0">
                <a:solidFill>
                  <a:prstClr val="black"/>
                </a:solidFill>
                <a:latin typeface="+mn-lt"/>
                <a:ea typeface="Tahoma"/>
                <a:cs typeface="Tahoma"/>
              </a:rPr>
              <a:t> in all two assessments to </a:t>
            </a:r>
            <a:r>
              <a:rPr lang="en-GB" sz="1200" b="1" dirty="0">
                <a:solidFill>
                  <a:prstClr val="black"/>
                </a:solidFill>
                <a:latin typeface="+mn-lt"/>
                <a:ea typeface="Tahoma"/>
                <a:cs typeface="Tahoma"/>
              </a:rPr>
              <a:t>PASS</a:t>
            </a:r>
            <a:endParaRPr lang="en-US" sz="1200" dirty="0">
              <a:solidFill>
                <a:prstClr val="black"/>
              </a:solidFill>
              <a:latin typeface="+mn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0961774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A074B0-5C0B-FF47-995F-EB26B01E15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03198" y="210613"/>
            <a:ext cx="4886716" cy="488301"/>
          </a:xfrm>
        </p:spPr>
        <p:txBody>
          <a:bodyPr/>
          <a:lstStyle/>
          <a:p>
            <a:r>
              <a:rPr lang="en-GB" sz="3200" dirty="0">
                <a:latin typeface="+mn-lt"/>
              </a:rPr>
              <a:t>Feedback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B7BAC-BAD4-ED45-ACFF-211479E7AA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9417" y="698914"/>
            <a:ext cx="5420116" cy="4518021"/>
          </a:xfrm>
        </p:spPr>
        <p:txBody>
          <a:bodyPr/>
          <a:lstStyle/>
          <a:p>
            <a:pPr indent="0">
              <a:spcBef>
                <a:spcPts val="0"/>
              </a:spcBef>
            </a:pPr>
            <a:r>
              <a:rPr lang="en-GB" sz="2000" dirty="0">
                <a:latin typeface="+mn-lt"/>
              </a:rPr>
              <a:t>What is feedback and when does it occur?</a:t>
            </a:r>
          </a:p>
          <a:p>
            <a:pPr indent="0">
              <a:spcBef>
                <a:spcPts val="0"/>
              </a:spcBef>
            </a:pPr>
            <a:r>
              <a:rPr lang="en-GB" sz="2000" dirty="0">
                <a:latin typeface="+mn-lt"/>
              </a:rPr>
              <a:t>Feedback is </a:t>
            </a:r>
            <a:r>
              <a:rPr lang="en-GB" sz="2000" b="1" u="sng" dirty="0">
                <a:latin typeface="+mn-lt"/>
              </a:rPr>
              <a:t>NOT</a:t>
            </a:r>
            <a:r>
              <a:rPr lang="en-GB" sz="2000" dirty="0">
                <a:latin typeface="+mn-lt"/>
              </a:rPr>
              <a:t> just from submitted work or examiner comments on practical examination</a:t>
            </a:r>
          </a:p>
          <a:p>
            <a:pPr indent="0">
              <a:spcBef>
                <a:spcPts val="0"/>
              </a:spcBef>
            </a:pPr>
            <a:r>
              <a:rPr lang="en-GB" sz="2000" dirty="0">
                <a:latin typeface="+mn-lt"/>
              </a:rPr>
              <a:t>Feedback is ongoing</a:t>
            </a:r>
          </a:p>
          <a:p>
            <a:pPr indent="0">
              <a:spcBef>
                <a:spcPts val="0"/>
              </a:spcBef>
            </a:pPr>
            <a:r>
              <a:rPr lang="en-GB" sz="2000" dirty="0">
                <a:latin typeface="+mn-lt"/>
              </a:rPr>
              <a:t>You should expect to receive feedback throughout practical sessions and seminars – although this may not be ‘tagged’ as feedback</a:t>
            </a:r>
          </a:p>
          <a:p>
            <a:pPr indent="0">
              <a:spcBef>
                <a:spcPts val="0"/>
              </a:spcBef>
            </a:pPr>
            <a:r>
              <a:rPr lang="en-GB" sz="2000" dirty="0">
                <a:latin typeface="+mn-lt"/>
              </a:rPr>
              <a:t>This may be as a group or individually </a:t>
            </a:r>
          </a:p>
          <a:p>
            <a:pPr indent="0">
              <a:spcBef>
                <a:spcPts val="0"/>
              </a:spcBef>
            </a:pPr>
            <a:r>
              <a:rPr lang="en-GB" sz="2000" dirty="0">
                <a:latin typeface="+mn-lt"/>
              </a:rPr>
              <a:t>Should be constructive</a:t>
            </a:r>
          </a:p>
          <a:p>
            <a:pPr indent="0">
              <a:spcBef>
                <a:spcPts val="0"/>
              </a:spcBef>
            </a:pPr>
            <a:r>
              <a:rPr lang="en-GB" sz="2000" dirty="0">
                <a:latin typeface="+mn-lt"/>
              </a:rPr>
              <a:t>Please also ask for feedback during practical sessions from staff members/fellow students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B39E1C-6C9F-C608-0319-F293CD318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047" y="308145"/>
            <a:ext cx="2371486" cy="20075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04301D-4267-512F-D135-6E7CD095A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4230" y="2760101"/>
            <a:ext cx="2705637" cy="1803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978365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23333" y="1004052"/>
            <a:ext cx="4945065" cy="4006566"/>
          </a:xfrm>
        </p:spPr>
        <p:txBody>
          <a:bodyPr lIns="68580" tIns="34290" rIns="68580" bIns="34290" anchor="t"/>
          <a:lstStyle/>
          <a:p>
            <a:pPr marL="0" indent="0">
              <a:buNone/>
            </a:pPr>
            <a:endParaRPr lang="en-GB" sz="15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  <a:ea typeface="Tahoma"/>
                <a:cs typeface="Tahoma"/>
              </a:rPr>
              <a:t>Announcements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  <a:ea typeface="Tahoma"/>
                <a:cs typeface="Tahoma"/>
              </a:rPr>
              <a:t>Module documents – module handbook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  <a:ea typeface="Tahoma"/>
                <a:cs typeface="Tahoma"/>
              </a:rPr>
              <a:t>Timetable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  <a:ea typeface="Tahoma"/>
                <a:cs typeface="Tahoma"/>
              </a:rPr>
              <a:t>Reading List (regularly updated) 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  <a:ea typeface="Tahoma"/>
                <a:cs typeface="Tahoma"/>
              </a:rPr>
              <a:t>Teaching material is organised into separate course  1 &amp; 2 folders</a:t>
            </a:r>
          </a:p>
          <a:p>
            <a:pPr marL="405765" lvl="1" indent="-205740">
              <a:spcBef>
                <a:spcPts val="0"/>
              </a:spcBef>
            </a:pPr>
            <a:r>
              <a:rPr lang="en-GB" sz="1800" dirty="0">
                <a:ea typeface="Tahoma"/>
                <a:cs typeface="Tahoma"/>
              </a:rPr>
              <a:t>Lecture/seminar PowerPoint</a:t>
            </a:r>
          </a:p>
          <a:p>
            <a:pPr marL="405765" lvl="1" indent="-205740">
              <a:spcBef>
                <a:spcPts val="0"/>
              </a:spcBef>
            </a:pPr>
            <a:r>
              <a:rPr lang="en-GB" sz="1800" dirty="0">
                <a:ea typeface="Tahoma"/>
                <a:cs typeface="Tahoma"/>
              </a:rPr>
              <a:t>You may be directed to reading materials or further study materials/resources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  <a:ea typeface="Tahoma"/>
                <a:cs typeface="Tahoma"/>
              </a:rPr>
              <a:t>Assessment information 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500" dirty="0"/>
              <a:t>Glossary</a:t>
            </a:r>
          </a:p>
          <a:p>
            <a:pPr marL="605790" lvl="2"/>
            <a:endParaRPr lang="en-GB" sz="1500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>
                <a:latin typeface="+mj-lt"/>
              </a:rPr>
              <a:t>Navigating Blackboard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675566-D584-CC72-3C20-A2A3149E27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68398" y="1004052"/>
            <a:ext cx="3167583" cy="3348019"/>
          </a:xfrm>
        </p:spPr>
        <p:txBody>
          <a:bodyPr/>
          <a:lstStyle/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9A21EE-3EE5-59EE-B623-F5B9D1C3E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4490" y="1198034"/>
            <a:ext cx="3835400" cy="2747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934321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8E4BCA-1432-B88B-26D8-9E631E3CEA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GB" dirty="0">
                <a:latin typeface="+mj-lt"/>
              </a:rPr>
              <a:t>What do you hope to get out of this module?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AF4BB1-0BDF-7BC4-A22F-D7E5FF51E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947" y="1384534"/>
            <a:ext cx="4389176" cy="2926117"/>
          </a:xfrm>
          <a:prstGeom prst="rect">
            <a:avLst/>
          </a:prstGeom>
        </p:spPr>
      </p:pic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1DCFC8B2-E446-B5FE-B529-5668B041217B}"/>
              </a:ext>
            </a:extLst>
          </p:cNvPr>
          <p:cNvSpPr/>
          <p:nvPr/>
        </p:nvSpPr>
        <p:spPr>
          <a:xfrm>
            <a:off x="5715000" y="1467525"/>
            <a:ext cx="3042180" cy="2760133"/>
          </a:xfrm>
          <a:prstGeom prst="wedgeRoundRectCallout">
            <a:avLst>
              <a:gd name="adj1" fmla="val 59594"/>
              <a:gd name="adj2" fmla="val 33396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Have a chat with the person next to you and then share with the group.</a:t>
            </a:r>
          </a:p>
        </p:txBody>
      </p:sp>
    </p:spTree>
    <p:extLst>
      <p:ext uri="{BB962C8B-B14F-4D97-AF65-F5344CB8AC3E}">
        <p14:creationId xmlns:p14="http://schemas.microsoft.com/office/powerpoint/2010/main" val="3908272702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1A782-B508-DCB4-D3F5-097DD4C09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A2E8A8-A512-C0A5-E8E8-3F6DC45A0E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3600" dirty="0">
                <a:latin typeface="+mn-lt"/>
              </a:rPr>
              <a:t>Any Questions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E827D8A-489F-3E58-D195-33EBEB1664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60792F-CF83-0545-A6E5-E61755A0F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132" y="1167910"/>
            <a:ext cx="5704409" cy="350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140524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56E99604-B34A-AB45-82E2-A2F6C5EC15CC}" vid="{C3811B3D-AE0C-294C-BC2C-607328485A31}"/>
    </a:ext>
  </a:extLst>
</a:theme>
</file>

<file path=ppt/theme/theme2.xml><?xml version="1.0" encoding="utf-8"?>
<a:theme xmlns:a="http://schemas.openxmlformats.org/drawingml/2006/main" name="22_Custom Design">
  <a:themeElements>
    <a:clrScheme name="1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60066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4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60066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4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1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56E99604-B34A-AB45-82E2-A2F6C5EC15CC}" vid="{C3811B3D-AE0C-294C-BC2C-607328485A31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6B57A1F-FA26-41C4-BC68-7DEF72ECF0E9}">
  <we:reference id="WA104178141" version="4.3.3.0" store="Omex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495DC29F69DA41B831D7985DDEFF7A" ma:contentTypeVersion="16" ma:contentTypeDescription="Create a new document." ma:contentTypeScope="" ma:versionID="dd1b5874f98e772f9b1ac5142f287ced">
  <xsd:schema xmlns:xsd="http://www.w3.org/2001/XMLSchema" xmlns:xs="http://www.w3.org/2001/XMLSchema" xmlns:p="http://schemas.microsoft.com/office/2006/metadata/properties" xmlns:ns3="da5da9df-85e1-4e4b-b319-af1e48434c21" xmlns:ns4="f6569699-ae44-4c85-9383-dd5a41d3d471" targetNamespace="http://schemas.microsoft.com/office/2006/metadata/properties" ma:root="true" ma:fieldsID="ed7eee6299abee499f8a2cb9b56f646d" ns3:_="" ns4:_="">
    <xsd:import namespace="da5da9df-85e1-4e4b-b319-af1e48434c21"/>
    <xsd:import namespace="f6569699-ae44-4c85-9383-dd5a41d3d47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DateTaken" minOccurs="0"/>
                <xsd:element ref="ns4:MediaServiceOCR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5da9df-85e1-4e4b-b319-af1e48434c2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569699-ae44-4c85-9383-dd5a41d3d4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6569699-ae44-4c85-9383-dd5a41d3d471" xsi:nil="true"/>
  </documentManagement>
</p:properties>
</file>

<file path=customXml/itemProps1.xml><?xml version="1.0" encoding="utf-8"?>
<ds:datastoreItem xmlns:ds="http://schemas.openxmlformats.org/officeDocument/2006/customXml" ds:itemID="{100F85EE-6835-4A69-927E-5485695316D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503A0C5-23DA-47D0-B3C8-6EA406910910}">
  <ds:schemaRefs>
    <ds:schemaRef ds:uri="da5da9df-85e1-4e4b-b319-af1e48434c21"/>
    <ds:schemaRef ds:uri="f6569699-ae44-4c85-9383-dd5a41d3d47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E0E7C5A-1D10-4956-9B2A-CF34BCD31BDC}">
  <ds:schemaRefs>
    <ds:schemaRef ds:uri="da5da9df-85e1-4e4b-b319-af1e48434c21"/>
    <ds:schemaRef ds:uri="f6569699-ae44-4c85-9383-dd5a41d3d47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0c7fd77c-bf1b-4511-8a0d-ca095442aa9f}" enabled="1" method="Privileged" siteId="{07ef1208-413c-4b5e-9cdd-64ef305754f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PPT new template SUNSHINE YELLOW with UWE logo bottom STANDARD</Template>
  <TotalTime>933</TotalTime>
  <Words>929</Words>
  <Application>Microsoft Office PowerPoint</Application>
  <PresentationFormat>On-screen Show (16:9)</PresentationFormat>
  <Paragraphs>135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Calibri</vt:lpstr>
      <vt:lpstr>Tahoma</vt:lpstr>
      <vt:lpstr>Arial</vt:lpstr>
      <vt:lpstr>Arial Rounded MT Bold</vt:lpstr>
      <vt:lpstr>Comic Sans MS</vt:lpstr>
      <vt:lpstr>Georgia</vt:lpstr>
      <vt:lpstr>Wingdings</vt:lpstr>
      <vt:lpstr>MS PGothic</vt:lpstr>
      <vt:lpstr>Courier New</vt:lpstr>
      <vt:lpstr>Custom Design</vt:lpstr>
      <vt:lpstr>22_Custom Design</vt:lpstr>
      <vt:lpstr>1_Custom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Rob Grieve</cp:lastModifiedBy>
  <cp:revision>109</cp:revision>
  <cp:lastPrinted>2016-04-26T08:55:24Z</cp:lastPrinted>
  <dcterms:created xsi:type="dcterms:W3CDTF">2016-04-27T08:32:31Z</dcterms:created>
  <dcterms:modified xsi:type="dcterms:W3CDTF">2026-03-19T11:29:59Z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0x0101001C495DC29F69DA41B831D7985DDEFF7A</vt:lpwstr>
  </property>
</Properties>
</file>